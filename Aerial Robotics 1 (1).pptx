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16">
          <p15:clr>
            <a:srgbClr val="A4A3A4"/>
          </p15:clr>
        </p15:guide>
      </p15:sldGuideLst>
    </p:ext>
    <p:ext uri="GoogleSlidesCustomDataVersion2">
      <go:slidesCustomData xmlns:go="http://customooxmlschemas.google.com/" r:id="rId17" roundtripDataSignature="AMtx7miJlZXFCrx46xX7B+2NU4YfFvlq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1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8.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5" name="Shape 15"/>
        <p:cNvGrpSpPr/>
        <p:nvPr/>
      </p:nvGrpSpPr>
      <p:grpSpPr>
        <a:xfrm>
          <a:off x="0" y="0"/>
          <a:ext cx="0" cy="0"/>
          <a:chOff x="0" y="0"/>
          <a:chExt cx="0" cy="0"/>
        </a:xfrm>
      </p:grpSpPr>
      <p:pic>
        <p:nvPicPr>
          <p:cNvPr descr="A black circle in a purple and orange color&#10;&#10;AI-generated content may be incorrect." id="16" name="Google Shape;16;p13"/>
          <p:cNvPicPr preferRelativeResize="0"/>
          <p:nvPr/>
        </p:nvPicPr>
        <p:blipFill rotWithShape="1">
          <a:blip r:embed="rId2">
            <a:alphaModFix/>
          </a:blip>
          <a:srcRect b="27442" l="14059" r="16895" t="1529"/>
          <a:stretch/>
        </p:blipFill>
        <p:spPr>
          <a:xfrm flipH="1">
            <a:off x="-27432" y="0"/>
            <a:ext cx="12219432" cy="6865715"/>
          </a:xfrm>
          <a:prstGeom prst="rect">
            <a:avLst/>
          </a:prstGeom>
          <a:noFill/>
          <a:ln>
            <a:noFill/>
          </a:ln>
        </p:spPr>
      </p:pic>
      <p:sp>
        <p:nvSpPr>
          <p:cNvPr id="17" name="Google Shape;17;p13"/>
          <p:cNvSpPr txBox="1"/>
          <p:nvPr>
            <p:ph type="ctrTitle"/>
          </p:nvPr>
        </p:nvSpPr>
        <p:spPr>
          <a:xfrm>
            <a:off x="6295259" y="1820486"/>
            <a:ext cx="4800600" cy="276218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3"/>
          <p:cNvSpPr txBox="1"/>
          <p:nvPr>
            <p:ph idx="1" type="subTitle"/>
          </p:nvPr>
        </p:nvSpPr>
        <p:spPr>
          <a:xfrm>
            <a:off x="6295260" y="4714821"/>
            <a:ext cx="3830874" cy="1496616"/>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1"/>
              </a:buClr>
              <a:buSzPts val="1400"/>
              <a:buNone/>
              <a:defRPr sz="14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19" name="Google Shape;19;p13"/>
          <p:cNvSpPr txBox="1"/>
          <p:nvPr>
            <p:ph idx="11" type="ftr"/>
          </p:nvPr>
        </p:nvSpPr>
        <p:spPr>
          <a:xfrm>
            <a:off x="6295259" y="219456"/>
            <a:ext cx="270377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0" type="dt"/>
          </p:nvPr>
        </p:nvSpPr>
        <p:spPr>
          <a:xfrm>
            <a:off x="9235440" y="219456"/>
            <a:ext cx="1495365"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Content " type="obj">
  <p:cSld name="OBJECT">
    <p:spTree>
      <p:nvGrpSpPr>
        <p:cNvPr id="22" name="Shape 22"/>
        <p:cNvGrpSpPr/>
        <p:nvPr/>
      </p:nvGrpSpPr>
      <p:grpSpPr>
        <a:xfrm>
          <a:off x="0" y="0"/>
          <a:ext cx="0" cy="0"/>
          <a:chOff x="0" y="0"/>
          <a:chExt cx="0" cy="0"/>
        </a:xfrm>
      </p:grpSpPr>
      <p:sp>
        <p:nvSpPr>
          <p:cNvPr id="23" name="Google Shape;23;p14"/>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4"/>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4"/>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 2">
    <p:spTree>
      <p:nvGrpSpPr>
        <p:cNvPr id="28" name="Shape 28"/>
        <p:cNvGrpSpPr/>
        <p:nvPr/>
      </p:nvGrpSpPr>
      <p:grpSpPr>
        <a:xfrm>
          <a:off x="0" y="0"/>
          <a:ext cx="0" cy="0"/>
          <a:chOff x="0" y="0"/>
          <a:chExt cx="0" cy="0"/>
        </a:xfrm>
      </p:grpSpPr>
      <p:pic>
        <p:nvPicPr>
          <p:cNvPr descr="A black circle in a purple and orange color&#10;&#10;AI-generated content may be incorrect." id="29" name="Google Shape;29;p15"/>
          <p:cNvPicPr preferRelativeResize="0"/>
          <p:nvPr/>
        </p:nvPicPr>
        <p:blipFill rotWithShape="1">
          <a:blip r:embed="rId2">
            <a:alphaModFix/>
          </a:blip>
          <a:srcRect b="11508" l="1146" r="14652" t="10520"/>
          <a:stretch/>
        </p:blipFill>
        <p:spPr>
          <a:xfrm flipH="1">
            <a:off x="-2" y="11899"/>
            <a:ext cx="12192001" cy="6865715"/>
          </a:xfrm>
          <a:prstGeom prst="rect">
            <a:avLst/>
          </a:prstGeom>
          <a:noFill/>
          <a:ln>
            <a:noFill/>
          </a:ln>
        </p:spPr>
      </p:pic>
      <p:sp>
        <p:nvSpPr>
          <p:cNvPr id="30" name="Google Shape;30;p15"/>
          <p:cNvSpPr txBox="1"/>
          <p:nvPr>
            <p:ph type="title"/>
          </p:nvPr>
        </p:nvSpPr>
        <p:spPr>
          <a:xfrm>
            <a:off x="420792" y="459253"/>
            <a:ext cx="5658468" cy="2691359"/>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4600"/>
              <a:buFont typeface="Arial"/>
              <a:buNone/>
              <a:defRPr sz="4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subTitle"/>
          </p:nvPr>
        </p:nvSpPr>
        <p:spPr>
          <a:xfrm>
            <a:off x="7362264" y="516600"/>
            <a:ext cx="2593814" cy="1627886"/>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1"/>
              </a:buClr>
              <a:buSzPts val="1200"/>
              <a:buNone/>
              <a:defRPr sz="12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32" name="Google Shape;32;p15"/>
          <p:cNvSpPr txBox="1"/>
          <p:nvPr>
            <p:ph idx="11" type="ftr"/>
          </p:nvPr>
        </p:nvSpPr>
        <p:spPr>
          <a:xfrm>
            <a:off x="7362265" y="219456"/>
            <a:ext cx="2504049"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5"/>
          <p:cNvSpPr txBox="1"/>
          <p:nvPr>
            <p:ph idx="10" type="dt"/>
          </p:nvPr>
        </p:nvSpPr>
        <p:spPr>
          <a:xfrm>
            <a:off x="10363200" y="219456"/>
            <a:ext cx="1146383"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2" type="sldNum"/>
          </p:nvPr>
        </p:nvSpPr>
        <p:spPr>
          <a:xfrm>
            <a:off x="11291657" y="219456"/>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cSld name="Title 3">
    <p:spTree>
      <p:nvGrpSpPr>
        <p:cNvPr id="35" name="Shape 35"/>
        <p:cNvGrpSpPr/>
        <p:nvPr/>
      </p:nvGrpSpPr>
      <p:grpSpPr>
        <a:xfrm>
          <a:off x="0" y="0"/>
          <a:ext cx="0" cy="0"/>
          <a:chOff x="0" y="0"/>
          <a:chExt cx="0" cy="0"/>
        </a:xfrm>
      </p:grpSpPr>
      <p:pic>
        <p:nvPicPr>
          <p:cNvPr descr="A black circle in a purple and orange color&#10;&#10;AI-generated content may be incorrect." id="36" name="Google Shape;36;p16"/>
          <p:cNvPicPr preferRelativeResize="0"/>
          <p:nvPr/>
        </p:nvPicPr>
        <p:blipFill rotWithShape="1">
          <a:blip r:embed="rId2">
            <a:alphaModFix/>
          </a:blip>
          <a:srcRect b="9618" l="8525" r="1082" t="0"/>
          <a:stretch/>
        </p:blipFill>
        <p:spPr>
          <a:xfrm>
            <a:off x="-13716" y="0"/>
            <a:ext cx="12205716" cy="6858000"/>
          </a:xfrm>
          <a:prstGeom prst="rect">
            <a:avLst/>
          </a:prstGeom>
          <a:noFill/>
          <a:ln>
            <a:noFill/>
          </a:ln>
        </p:spPr>
      </p:pic>
      <p:sp>
        <p:nvSpPr>
          <p:cNvPr id="37" name="Google Shape;37;p16"/>
          <p:cNvSpPr txBox="1"/>
          <p:nvPr>
            <p:ph type="title"/>
          </p:nvPr>
        </p:nvSpPr>
        <p:spPr>
          <a:xfrm>
            <a:off x="420791" y="426598"/>
            <a:ext cx="9942409" cy="671387"/>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4200"/>
              <a:buFont typeface="Arial"/>
              <a:buNone/>
              <a:defRPr sz="4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subTitle"/>
          </p:nvPr>
        </p:nvSpPr>
        <p:spPr>
          <a:xfrm>
            <a:off x="433413" y="1097985"/>
            <a:ext cx="3704199" cy="1035616"/>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1"/>
              </a:buClr>
              <a:buSzPts val="1200"/>
              <a:buNone/>
              <a:defRPr sz="12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39" name="Google Shape;39;p16"/>
          <p:cNvSpPr txBox="1"/>
          <p:nvPr>
            <p:ph idx="11" type="ftr"/>
          </p:nvPr>
        </p:nvSpPr>
        <p:spPr>
          <a:xfrm>
            <a:off x="458793" y="6357493"/>
            <a:ext cx="270377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6"/>
          <p:cNvSpPr txBox="1"/>
          <p:nvPr>
            <p:ph idx="10" type="dt"/>
          </p:nvPr>
        </p:nvSpPr>
        <p:spPr>
          <a:xfrm>
            <a:off x="9136185" y="6357493"/>
            <a:ext cx="225864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6"/>
          <p:cNvSpPr txBox="1"/>
          <p:nvPr>
            <p:ph idx="12" type="sldNum"/>
          </p:nvPr>
        </p:nvSpPr>
        <p:spPr>
          <a:xfrm>
            <a:off x="11509584" y="6357493"/>
            <a:ext cx="457200"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showMasterSp="0">
  <p:cSld name="Title 4">
    <p:spTree>
      <p:nvGrpSpPr>
        <p:cNvPr id="42" name="Shape 42"/>
        <p:cNvGrpSpPr/>
        <p:nvPr/>
      </p:nvGrpSpPr>
      <p:grpSpPr>
        <a:xfrm>
          <a:off x="0" y="0"/>
          <a:ext cx="0" cy="0"/>
          <a:chOff x="0" y="0"/>
          <a:chExt cx="0" cy="0"/>
        </a:xfrm>
      </p:grpSpPr>
      <p:pic>
        <p:nvPicPr>
          <p:cNvPr descr="A close up of a colorful object&#10;&#10;AI-generated content may be incorrect." id="43" name="Google Shape;43;p17"/>
          <p:cNvPicPr preferRelativeResize="0"/>
          <p:nvPr/>
        </p:nvPicPr>
        <p:blipFill rotWithShape="1">
          <a:blip r:embed="rId2">
            <a:alphaModFix/>
          </a:blip>
          <a:srcRect b="307" l="8084" r="1623" t="9400"/>
          <a:stretch/>
        </p:blipFill>
        <p:spPr>
          <a:xfrm>
            <a:off x="0" y="875"/>
            <a:ext cx="12192000" cy="6857125"/>
          </a:xfrm>
          <a:prstGeom prst="rect">
            <a:avLst/>
          </a:prstGeom>
          <a:noFill/>
          <a:ln>
            <a:noFill/>
          </a:ln>
        </p:spPr>
      </p:pic>
      <p:sp>
        <p:nvSpPr>
          <p:cNvPr id="44" name="Google Shape;44;p17"/>
          <p:cNvSpPr txBox="1"/>
          <p:nvPr>
            <p:ph type="title"/>
          </p:nvPr>
        </p:nvSpPr>
        <p:spPr>
          <a:xfrm>
            <a:off x="420792" y="356684"/>
            <a:ext cx="6346974" cy="2667527"/>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5400"/>
              <a:buFont typeface="Arial"/>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7"/>
          <p:cNvSpPr txBox="1"/>
          <p:nvPr>
            <p:ph idx="1" type="subTitle"/>
          </p:nvPr>
        </p:nvSpPr>
        <p:spPr>
          <a:xfrm>
            <a:off x="433414" y="5266344"/>
            <a:ext cx="3291920" cy="982055"/>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lt1"/>
              </a:buClr>
              <a:buSzPts val="1200"/>
              <a:buNone/>
              <a:defRPr sz="12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46" name="Google Shape;46;p17"/>
          <p:cNvSpPr txBox="1"/>
          <p:nvPr>
            <p:ph idx="11" type="ftr"/>
          </p:nvPr>
        </p:nvSpPr>
        <p:spPr>
          <a:xfrm>
            <a:off x="7362265" y="222117"/>
            <a:ext cx="2504049"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0" type="dt"/>
          </p:nvPr>
        </p:nvSpPr>
        <p:spPr>
          <a:xfrm>
            <a:off x="10363200" y="222117"/>
            <a:ext cx="1146383"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5" showMasterSp="0">
  <p:cSld name="Title 5">
    <p:spTree>
      <p:nvGrpSpPr>
        <p:cNvPr id="49" name="Shape 49"/>
        <p:cNvGrpSpPr/>
        <p:nvPr/>
      </p:nvGrpSpPr>
      <p:grpSpPr>
        <a:xfrm>
          <a:off x="0" y="0"/>
          <a:ext cx="0" cy="0"/>
          <a:chOff x="0" y="0"/>
          <a:chExt cx="0" cy="0"/>
        </a:xfrm>
      </p:grpSpPr>
      <p:pic>
        <p:nvPicPr>
          <p:cNvPr descr="A red and purple light&#10;&#10;AI-generated content may be incorrect." id="50" name="Google Shape;50;p18"/>
          <p:cNvPicPr preferRelativeResize="0"/>
          <p:nvPr/>
        </p:nvPicPr>
        <p:blipFill rotWithShape="1">
          <a:blip r:embed="rId2">
            <a:alphaModFix/>
          </a:blip>
          <a:srcRect b="0" l="389" r="912" t="34949"/>
          <a:stretch/>
        </p:blipFill>
        <p:spPr>
          <a:xfrm flipH="1">
            <a:off x="0" y="0"/>
            <a:ext cx="12192000" cy="6858000"/>
          </a:xfrm>
          <a:prstGeom prst="rect">
            <a:avLst/>
          </a:prstGeom>
          <a:noFill/>
          <a:ln>
            <a:noFill/>
          </a:ln>
        </p:spPr>
      </p:pic>
      <p:sp>
        <p:nvSpPr>
          <p:cNvPr id="51" name="Google Shape;51;p18"/>
          <p:cNvSpPr txBox="1"/>
          <p:nvPr>
            <p:ph type="ctrTitle"/>
          </p:nvPr>
        </p:nvSpPr>
        <p:spPr>
          <a:xfrm>
            <a:off x="423491" y="2122471"/>
            <a:ext cx="7348909" cy="167264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5400"/>
              <a:buFont typeface="Arial"/>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8"/>
          <p:cNvSpPr txBox="1"/>
          <p:nvPr>
            <p:ph idx="1" type="subTitle"/>
          </p:nvPr>
        </p:nvSpPr>
        <p:spPr>
          <a:xfrm>
            <a:off x="8816399" y="2122470"/>
            <a:ext cx="2052235" cy="1672640"/>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1"/>
              </a:buClr>
              <a:buSzPts val="1200"/>
              <a:buNone/>
              <a:defRPr sz="12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53" name="Google Shape;53;p18"/>
          <p:cNvSpPr txBox="1"/>
          <p:nvPr>
            <p:ph idx="11" type="ftr"/>
          </p:nvPr>
        </p:nvSpPr>
        <p:spPr>
          <a:xfrm>
            <a:off x="422284" y="233990"/>
            <a:ext cx="257868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0" type="dt"/>
          </p:nvPr>
        </p:nvSpPr>
        <p:spPr>
          <a:xfrm>
            <a:off x="8801100" y="216573"/>
            <a:ext cx="15621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p:cSld name="Title 6">
    <p:spTree>
      <p:nvGrpSpPr>
        <p:cNvPr id="56" name="Shape 56"/>
        <p:cNvGrpSpPr/>
        <p:nvPr/>
      </p:nvGrpSpPr>
      <p:grpSpPr>
        <a:xfrm>
          <a:off x="0" y="0"/>
          <a:ext cx="0" cy="0"/>
          <a:chOff x="0" y="0"/>
          <a:chExt cx="0" cy="0"/>
        </a:xfrm>
      </p:grpSpPr>
      <p:pic>
        <p:nvPicPr>
          <p:cNvPr descr="A black circle in a purple and orange color&#10;&#10;AI-generated content may be incorrect." id="57" name="Google Shape;57;p19"/>
          <p:cNvPicPr preferRelativeResize="0"/>
          <p:nvPr/>
        </p:nvPicPr>
        <p:blipFill rotWithShape="1">
          <a:blip r:embed="rId2">
            <a:alphaModFix/>
          </a:blip>
          <a:srcRect b="19631" l="17111" r="25757" t="2700"/>
          <a:stretch/>
        </p:blipFill>
        <p:spPr>
          <a:xfrm flipH="1" rot="10800000">
            <a:off x="0" y="-1713"/>
            <a:ext cx="12205716" cy="6858000"/>
          </a:xfrm>
          <a:prstGeom prst="rect">
            <a:avLst/>
          </a:prstGeom>
          <a:noFill/>
          <a:ln>
            <a:noFill/>
          </a:ln>
        </p:spPr>
      </p:pic>
      <p:sp>
        <p:nvSpPr>
          <p:cNvPr id="58" name="Google Shape;58;p19"/>
          <p:cNvSpPr txBox="1"/>
          <p:nvPr>
            <p:ph type="ctrTitle"/>
          </p:nvPr>
        </p:nvSpPr>
        <p:spPr>
          <a:xfrm>
            <a:off x="166693" y="2705100"/>
            <a:ext cx="11562393" cy="4152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11500"/>
              <a:buFont typeface="Arial"/>
              <a:buNone/>
              <a:defRPr sz="11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9"/>
          <p:cNvSpPr txBox="1"/>
          <p:nvPr>
            <p:ph idx="1" type="subTitle"/>
          </p:nvPr>
        </p:nvSpPr>
        <p:spPr>
          <a:xfrm>
            <a:off x="7353135" y="564350"/>
            <a:ext cx="3645744" cy="90586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1"/>
              </a:buClr>
              <a:buSzPts val="1400"/>
              <a:buNone/>
              <a:defRPr sz="14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60" name="Google Shape;60;p19"/>
          <p:cNvSpPr txBox="1"/>
          <p:nvPr>
            <p:ph idx="11" type="ftr"/>
          </p:nvPr>
        </p:nvSpPr>
        <p:spPr>
          <a:xfrm>
            <a:off x="7369462" y="197680"/>
            <a:ext cx="2561771"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0" type="dt"/>
          </p:nvPr>
        </p:nvSpPr>
        <p:spPr>
          <a:xfrm>
            <a:off x="10706100" y="209088"/>
            <a:ext cx="102298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9"/>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showMasterSp="0">
  <p:cSld name="Title with Picture">
    <p:spTree>
      <p:nvGrpSpPr>
        <p:cNvPr id="63" name="Shape 63"/>
        <p:cNvGrpSpPr/>
        <p:nvPr/>
      </p:nvGrpSpPr>
      <p:grpSpPr>
        <a:xfrm>
          <a:off x="0" y="0"/>
          <a:ext cx="0" cy="0"/>
          <a:chOff x="0" y="0"/>
          <a:chExt cx="0" cy="0"/>
        </a:xfrm>
      </p:grpSpPr>
      <p:pic>
        <p:nvPicPr>
          <p:cNvPr id="64" name="Google Shape;64;p20"/>
          <p:cNvPicPr preferRelativeResize="0"/>
          <p:nvPr>
            <p:ph idx="2" type="pic"/>
          </p:nvPr>
        </p:nvPicPr>
        <p:blipFill/>
        <p:spPr>
          <a:xfrm>
            <a:off x="0" y="0"/>
            <a:ext cx="12188952" cy="6858000"/>
          </a:xfrm>
          <a:prstGeom prst="rect">
            <a:avLst/>
          </a:prstGeom>
          <a:blipFill rotWithShape="1">
            <a:blip r:embed="rId2">
              <a:alphaModFix amt="70000"/>
            </a:blip>
            <a:stretch>
              <a:fillRect b="0" l="0" r="0" t="0"/>
            </a:stretch>
          </a:blipFill>
          <a:ln>
            <a:noFill/>
          </a:ln>
        </p:spPr>
      </p:pic>
      <p:sp>
        <p:nvSpPr>
          <p:cNvPr id="65" name="Google Shape;65;p20"/>
          <p:cNvSpPr txBox="1"/>
          <p:nvPr>
            <p:ph type="title"/>
          </p:nvPr>
        </p:nvSpPr>
        <p:spPr>
          <a:xfrm>
            <a:off x="0" y="0"/>
            <a:ext cx="12188952" cy="3429000"/>
          </a:xfrm>
          <a:prstGeom prst="rect">
            <a:avLst/>
          </a:prstGeom>
          <a:gradFill>
            <a:gsLst>
              <a:gs pos="0">
                <a:srgbClr val="000000">
                  <a:alpha val="0"/>
                </a:srgbClr>
              </a:gs>
              <a:gs pos="23000">
                <a:srgbClr val="000000">
                  <a:alpha val="0"/>
                </a:srgbClr>
              </a:gs>
              <a:gs pos="55000">
                <a:srgbClr val="000000">
                  <a:alpha val="52941"/>
                </a:srgbClr>
              </a:gs>
              <a:gs pos="87000">
                <a:srgbClr val="000000">
                  <a:alpha val="63922"/>
                </a:srgbClr>
              </a:gs>
              <a:gs pos="100000">
                <a:srgbClr val="000000">
                  <a:alpha val="63922"/>
                </a:srgbClr>
              </a:gs>
            </a:gsLst>
            <a:lin ang="15900000" scaled="0"/>
          </a:gradFill>
          <a:ln>
            <a:noFill/>
          </a:ln>
        </p:spPr>
        <p:txBody>
          <a:bodyPr anchorCtr="0" anchor="t" bIns="0" lIns="457200" spcFirstLastPara="1" rIns="5029200" wrap="square" tIns="685800">
            <a:normAutofit/>
          </a:bodyPr>
          <a:lstStyle>
            <a:lvl1pPr lvl="0" algn="l">
              <a:lnSpc>
                <a:spcPct val="85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0"/>
          <p:cNvSpPr txBox="1"/>
          <p:nvPr>
            <p:ph idx="1" type="subTitle"/>
          </p:nvPr>
        </p:nvSpPr>
        <p:spPr>
          <a:xfrm>
            <a:off x="8324192" y="-1"/>
            <a:ext cx="3740652" cy="3050627"/>
          </a:xfrm>
          <a:prstGeom prst="rect">
            <a:avLst/>
          </a:prstGeom>
          <a:noFill/>
          <a:ln>
            <a:noFill/>
          </a:ln>
        </p:spPr>
        <p:txBody>
          <a:bodyPr anchorCtr="0" anchor="t" bIns="0" lIns="594350" spcFirstLastPara="1" rIns="320025" wrap="square" tIns="685800">
            <a:normAutofit/>
          </a:bodyPr>
          <a:lstStyle>
            <a:lvl1pPr lvl="0" algn="l">
              <a:lnSpc>
                <a:spcPct val="120000"/>
              </a:lnSpc>
              <a:spcBef>
                <a:spcPts val="1000"/>
              </a:spcBef>
              <a:spcAft>
                <a:spcPts val="0"/>
              </a:spcAft>
              <a:buClr>
                <a:schemeClr val="lt1"/>
              </a:buClr>
              <a:buSzPts val="1400"/>
              <a:buNone/>
              <a:defRPr sz="14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67" name="Google Shape;67;p20"/>
          <p:cNvSpPr txBox="1"/>
          <p:nvPr>
            <p:ph idx="11" type="ftr"/>
          </p:nvPr>
        </p:nvSpPr>
        <p:spPr>
          <a:xfrm>
            <a:off x="419100" y="220344"/>
            <a:ext cx="25527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
          <p:cNvSpPr txBox="1"/>
          <p:nvPr>
            <p:ph idx="10" type="dt"/>
          </p:nvPr>
        </p:nvSpPr>
        <p:spPr>
          <a:xfrm>
            <a:off x="8810065" y="219456"/>
            <a:ext cx="19050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2" type="sldNum"/>
          </p:nvPr>
        </p:nvSpPr>
        <p:spPr>
          <a:xfrm>
            <a:off x="11288609" y="215988"/>
            <a:ext cx="555948" cy="33719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showMasterSp="0">
  <p:cSld name="Title with Picture 2">
    <p:spTree>
      <p:nvGrpSpPr>
        <p:cNvPr id="70" name="Shape 70"/>
        <p:cNvGrpSpPr/>
        <p:nvPr/>
      </p:nvGrpSpPr>
      <p:grpSpPr>
        <a:xfrm>
          <a:off x="0" y="0"/>
          <a:ext cx="0" cy="0"/>
          <a:chOff x="0" y="0"/>
          <a:chExt cx="0" cy="0"/>
        </a:xfrm>
      </p:grpSpPr>
      <p:pic>
        <p:nvPicPr>
          <p:cNvPr id="71" name="Google Shape;71;p21"/>
          <p:cNvPicPr preferRelativeResize="0"/>
          <p:nvPr>
            <p:ph idx="2" type="pic"/>
          </p:nvPr>
        </p:nvPicPr>
        <p:blipFill/>
        <p:spPr>
          <a:xfrm>
            <a:off x="0" y="0"/>
            <a:ext cx="12188952" cy="6858000"/>
          </a:xfrm>
          <a:prstGeom prst="rect">
            <a:avLst/>
          </a:prstGeom>
          <a:blipFill rotWithShape="1">
            <a:blip r:embed="rId2">
              <a:alphaModFix amt="70000"/>
            </a:blip>
            <a:stretch>
              <a:fillRect b="0" l="0" r="0" t="0"/>
            </a:stretch>
          </a:blipFill>
          <a:ln>
            <a:noFill/>
          </a:ln>
        </p:spPr>
      </p:pic>
      <p:sp>
        <p:nvSpPr>
          <p:cNvPr id="72" name="Google Shape;72;p21"/>
          <p:cNvSpPr txBox="1"/>
          <p:nvPr>
            <p:ph type="title"/>
          </p:nvPr>
        </p:nvSpPr>
        <p:spPr>
          <a:xfrm>
            <a:off x="1" y="0"/>
            <a:ext cx="5323784" cy="6858000"/>
          </a:xfrm>
          <a:prstGeom prst="rect">
            <a:avLst/>
          </a:prstGeom>
          <a:gradFill>
            <a:gsLst>
              <a:gs pos="0">
                <a:srgbClr val="000000">
                  <a:alpha val="0"/>
                </a:srgbClr>
              </a:gs>
              <a:gs pos="10000">
                <a:srgbClr val="000000">
                  <a:alpha val="0"/>
                </a:srgbClr>
              </a:gs>
              <a:gs pos="41000">
                <a:srgbClr val="000000">
                  <a:alpha val="45882"/>
                </a:srgbClr>
              </a:gs>
              <a:gs pos="71000">
                <a:srgbClr val="000000">
                  <a:alpha val="58039"/>
                </a:srgbClr>
              </a:gs>
              <a:gs pos="100000">
                <a:srgbClr val="000000">
                  <a:alpha val="61176"/>
                </a:srgbClr>
              </a:gs>
            </a:gsLst>
            <a:lin ang="10800000" scaled="0"/>
          </a:gradFill>
          <a:ln>
            <a:noFill/>
          </a:ln>
        </p:spPr>
        <p:txBody>
          <a:bodyPr anchorCtr="0" anchor="b" bIns="914400" lIns="457200" spcFirstLastPara="1" rIns="822950" wrap="square" tIns="1371600">
            <a:normAutofit/>
          </a:bodyPr>
          <a:lstStyle>
            <a:lvl1pPr lvl="0" algn="l">
              <a:lnSpc>
                <a:spcPct val="85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1"/>
          <p:cNvSpPr txBox="1"/>
          <p:nvPr>
            <p:ph idx="1" type="subTitle"/>
          </p:nvPr>
        </p:nvSpPr>
        <p:spPr>
          <a:xfrm>
            <a:off x="419099" y="6032498"/>
            <a:ext cx="4419599" cy="579757"/>
          </a:xfrm>
          <a:prstGeom prst="rect">
            <a:avLst/>
          </a:prstGeom>
          <a:noFill/>
          <a:ln>
            <a:noFill/>
          </a:ln>
        </p:spPr>
        <p:txBody>
          <a:bodyPr anchorCtr="0" anchor="t" bIns="0" lIns="91425" spcFirstLastPara="1" rIns="91425" wrap="square" tIns="0">
            <a:normAutofit/>
          </a:bodyPr>
          <a:lstStyle>
            <a:lvl1pPr lvl="0" algn="l">
              <a:lnSpc>
                <a:spcPct val="120000"/>
              </a:lnSpc>
              <a:spcBef>
                <a:spcPts val="1000"/>
              </a:spcBef>
              <a:spcAft>
                <a:spcPts val="0"/>
              </a:spcAft>
              <a:buClr>
                <a:schemeClr val="lt1"/>
              </a:buClr>
              <a:buSzPts val="1400"/>
              <a:buNone/>
              <a:defRPr sz="14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74" name="Google Shape;74;p21"/>
          <p:cNvSpPr txBox="1"/>
          <p:nvPr>
            <p:ph idx="11" type="ftr"/>
          </p:nvPr>
        </p:nvSpPr>
        <p:spPr>
          <a:xfrm>
            <a:off x="419100" y="220344"/>
            <a:ext cx="25527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p:nvPr>
            <p:ph idx="10" type="dt"/>
          </p:nvPr>
        </p:nvSpPr>
        <p:spPr>
          <a:xfrm>
            <a:off x="8801100" y="213072"/>
            <a:ext cx="19050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2" type="sldNum"/>
          </p:nvPr>
        </p:nvSpPr>
        <p:spPr>
          <a:xfrm>
            <a:off x="11362195" y="215988"/>
            <a:ext cx="448805" cy="365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3" showMasterSp="0">
  <p:cSld name="Title with Picture 3">
    <p:spTree>
      <p:nvGrpSpPr>
        <p:cNvPr id="77" name="Shape 77"/>
        <p:cNvGrpSpPr/>
        <p:nvPr/>
      </p:nvGrpSpPr>
      <p:grpSpPr>
        <a:xfrm>
          <a:off x="0" y="0"/>
          <a:ext cx="0" cy="0"/>
          <a:chOff x="0" y="0"/>
          <a:chExt cx="0" cy="0"/>
        </a:xfrm>
      </p:grpSpPr>
      <p:pic>
        <p:nvPicPr>
          <p:cNvPr id="78" name="Google Shape;78;p22"/>
          <p:cNvPicPr preferRelativeResize="0"/>
          <p:nvPr>
            <p:ph idx="2" type="pic"/>
          </p:nvPr>
        </p:nvPicPr>
        <p:blipFill/>
        <p:spPr>
          <a:xfrm>
            <a:off x="0" y="0"/>
            <a:ext cx="12188952" cy="6858000"/>
          </a:xfrm>
          <a:prstGeom prst="rect">
            <a:avLst/>
          </a:prstGeom>
          <a:blipFill rotWithShape="1">
            <a:blip r:embed="rId2">
              <a:alphaModFix amt="70000"/>
            </a:blip>
            <a:stretch>
              <a:fillRect b="0" l="0" r="0" t="0"/>
            </a:stretch>
          </a:blipFill>
          <a:ln>
            <a:noFill/>
          </a:ln>
        </p:spPr>
      </p:pic>
      <p:sp>
        <p:nvSpPr>
          <p:cNvPr id="79" name="Google Shape;79;p22"/>
          <p:cNvSpPr txBox="1"/>
          <p:nvPr>
            <p:ph type="title"/>
          </p:nvPr>
        </p:nvSpPr>
        <p:spPr>
          <a:xfrm>
            <a:off x="0" y="4463843"/>
            <a:ext cx="12188952" cy="2394157"/>
          </a:xfrm>
          <a:prstGeom prst="rect">
            <a:avLst/>
          </a:prstGeom>
          <a:gradFill>
            <a:gsLst>
              <a:gs pos="0">
                <a:srgbClr val="000000">
                  <a:alpha val="0"/>
                </a:srgbClr>
              </a:gs>
              <a:gs pos="31000">
                <a:srgbClr val="000000">
                  <a:alpha val="30196"/>
                </a:srgbClr>
              </a:gs>
              <a:gs pos="87000">
                <a:srgbClr val="000000">
                  <a:alpha val="60000"/>
                </a:srgbClr>
              </a:gs>
              <a:gs pos="100000">
                <a:srgbClr val="000000">
                  <a:alpha val="60000"/>
                </a:srgbClr>
              </a:gs>
            </a:gsLst>
            <a:lin ang="5400000" scaled="0"/>
          </a:gradFill>
          <a:ln>
            <a:noFill/>
          </a:ln>
        </p:spPr>
        <p:txBody>
          <a:bodyPr anchorCtr="0" anchor="b" bIns="365750" lIns="502900" spcFirstLastPara="1" rIns="5029200" wrap="square" tIns="0">
            <a:normAutofit/>
          </a:bodyPr>
          <a:lstStyle>
            <a:lvl1pPr lvl="0" algn="l">
              <a:lnSpc>
                <a:spcPct val="85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subTitle"/>
          </p:nvPr>
        </p:nvSpPr>
        <p:spPr>
          <a:xfrm>
            <a:off x="8801099" y="4463843"/>
            <a:ext cx="3387853" cy="2394157"/>
          </a:xfrm>
          <a:prstGeom prst="rect">
            <a:avLst/>
          </a:prstGeom>
          <a:noFill/>
          <a:ln>
            <a:noFill/>
          </a:ln>
        </p:spPr>
        <p:txBody>
          <a:bodyPr anchorCtr="0" anchor="b" bIns="457200" lIns="137150" spcFirstLastPara="1" rIns="0" wrap="square" tIns="365750">
            <a:normAutofit/>
          </a:bodyPr>
          <a:lstStyle>
            <a:lvl1pPr lvl="0" algn="l">
              <a:lnSpc>
                <a:spcPct val="120000"/>
              </a:lnSpc>
              <a:spcBef>
                <a:spcPts val="1000"/>
              </a:spcBef>
              <a:spcAft>
                <a:spcPts val="0"/>
              </a:spcAft>
              <a:buClr>
                <a:schemeClr val="lt1"/>
              </a:buClr>
              <a:buSzPts val="1400"/>
              <a:buNone/>
              <a:defRPr sz="1400">
                <a:solidFill>
                  <a:schemeClr val="lt1"/>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81" name="Google Shape;81;p22"/>
          <p:cNvSpPr txBox="1"/>
          <p:nvPr>
            <p:ph idx="11" type="ftr"/>
          </p:nvPr>
        </p:nvSpPr>
        <p:spPr>
          <a:xfrm>
            <a:off x="437656" y="219456"/>
            <a:ext cx="2740616"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0" type="dt"/>
          </p:nvPr>
        </p:nvSpPr>
        <p:spPr>
          <a:xfrm>
            <a:off x="8866095" y="219456"/>
            <a:ext cx="195799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11362195" y="219456"/>
            <a:ext cx="448805" cy="365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4">
  <p:cSld name="Title with Picture 4">
    <p:spTree>
      <p:nvGrpSpPr>
        <p:cNvPr id="84" name="Shape 84"/>
        <p:cNvGrpSpPr/>
        <p:nvPr/>
      </p:nvGrpSpPr>
      <p:grpSpPr>
        <a:xfrm>
          <a:off x="0" y="0"/>
          <a:ext cx="0" cy="0"/>
          <a:chOff x="0" y="0"/>
          <a:chExt cx="0" cy="0"/>
        </a:xfrm>
      </p:grpSpPr>
      <p:sp>
        <p:nvSpPr>
          <p:cNvPr id="85" name="Google Shape;85;p23"/>
          <p:cNvSpPr txBox="1"/>
          <p:nvPr>
            <p:ph type="ctrTitle"/>
          </p:nvPr>
        </p:nvSpPr>
        <p:spPr>
          <a:xfrm>
            <a:off x="424643" y="1114447"/>
            <a:ext cx="5442757" cy="2921525"/>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2"/>
              </a:buClr>
              <a:buSzPts val="6000"/>
              <a:buFont typeface="Arial"/>
              <a:buNone/>
              <a:defRPr sz="6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3"/>
          <p:cNvSpPr txBox="1"/>
          <p:nvPr>
            <p:ph idx="1" type="subTitle"/>
          </p:nvPr>
        </p:nvSpPr>
        <p:spPr>
          <a:xfrm>
            <a:off x="435468" y="4993008"/>
            <a:ext cx="3972704" cy="1247994"/>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lt2"/>
              </a:buClr>
              <a:buSzPts val="1400"/>
              <a:buNone/>
              <a:defRPr sz="1400">
                <a:solidFill>
                  <a:schemeClr val="lt2"/>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87" name="Google Shape;87;p23"/>
          <p:cNvSpPr txBox="1"/>
          <p:nvPr>
            <p:ph idx="11" type="ftr"/>
          </p:nvPr>
        </p:nvSpPr>
        <p:spPr>
          <a:xfrm>
            <a:off x="442605" y="215057"/>
            <a:ext cx="270377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3"/>
          <p:cNvSpPr txBox="1"/>
          <p:nvPr>
            <p:ph idx="10" type="dt"/>
          </p:nvPr>
        </p:nvSpPr>
        <p:spPr>
          <a:xfrm>
            <a:off x="7775989" y="215057"/>
            <a:ext cx="153706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p:nvPr>
            <p:ph idx="12" type="sldNum"/>
          </p:nvPr>
        </p:nvSpPr>
        <p:spPr>
          <a:xfrm>
            <a:off x="11301909" y="215057"/>
            <a:ext cx="540412"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2"/>
                </a:solidFill>
                <a:latin typeface="Arial"/>
                <a:ea typeface="Arial"/>
                <a:cs typeface="Arial"/>
                <a:sym typeface="Arial"/>
              </a:defRPr>
            </a:lvl1pPr>
            <a:lvl2pPr indent="0" lvl="1" marL="0" algn="r">
              <a:spcBef>
                <a:spcPts val="0"/>
              </a:spcBef>
              <a:buNone/>
              <a:defRPr b="0" i="0" sz="700" u="none" cap="none" strike="noStrike">
                <a:solidFill>
                  <a:schemeClr val="lt2"/>
                </a:solidFill>
                <a:latin typeface="Arial"/>
                <a:ea typeface="Arial"/>
                <a:cs typeface="Arial"/>
                <a:sym typeface="Arial"/>
              </a:defRPr>
            </a:lvl2pPr>
            <a:lvl3pPr indent="0" lvl="2" marL="0" algn="r">
              <a:spcBef>
                <a:spcPts val="0"/>
              </a:spcBef>
              <a:buNone/>
              <a:defRPr b="0" i="0" sz="700" u="none" cap="none" strike="noStrike">
                <a:solidFill>
                  <a:schemeClr val="lt2"/>
                </a:solidFill>
                <a:latin typeface="Arial"/>
                <a:ea typeface="Arial"/>
                <a:cs typeface="Arial"/>
                <a:sym typeface="Arial"/>
              </a:defRPr>
            </a:lvl3pPr>
            <a:lvl4pPr indent="0" lvl="3" marL="0" algn="r">
              <a:spcBef>
                <a:spcPts val="0"/>
              </a:spcBef>
              <a:buNone/>
              <a:defRPr b="0" i="0" sz="700" u="none" cap="none" strike="noStrike">
                <a:solidFill>
                  <a:schemeClr val="lt2"/>
                </a:solidFill>
                <a:latin typeface="Arial"/>
                <a:ea typeface="Arial"/>
                <a:cs typeface="Arial"/>
                <a:sym typeface="Arial"/>
              </a:defRPr>
            </a:lvl4pPr>
            <a:lvl5pPr indent="0" lvl="4" marL="0" algn="r">
              <a:spcBef>
                <a:spcPts val="0"/>
              </a:spcBef>
              <a:buNone/>
              <a:defRPr b="0" i="0" sz="700" u="none" cap="none" strike="noStrike">
                <a:solidFill>
                  <a:schemeClr val="lt2"/>
                </a:solidFill>
                <a:latin typeface="Arial"/>
                <a:ea typeface="Arial"/>
                <a:cs typeface="Arial"/>
                <a:sym typeface="Arial"/>
              </a:defRPr>
            </a:lvl5pPr>
            <a:lvl6pPr indent="0" lvl="5" marL="0" algn="r">
              <a:spcBef>
                <a:spcPts val="0"/>
              </a:spcBef>
              <a:buNone/>
              <a:defRPr b="0" i="0" sz="700" u="none" cap="none" strike="noStrike">
                <a:solidFill>
                  <a:schemeClr val="lt2"/>
                </a:solidFill>
                <a:latin typeface="Arial"/>
                <a:ea typeface="Arial"/>
                <a:cs typeface="Arial"/>
                <a:sym typeface="Arial"/>
              </a:defRPr>
            </a:lvl6pPr>
            <a:lvl7pPr indent="0" lvl="6" marL="0" algn="r">
              <a:spcBef>
                <a:spcPts val="0"/>
              </a:spcBef>
              <a:buNone/>
              <a:defRPr b="0" i="0" sz="700" u="none" cap="none" strike="noStrike">
                <a:solidFill>
                  <a:schemeClr val="lt2"/>
                </a:solidFill>
                <a:latin typeface="Arial"/>
                <a:ea typeface="Arial"/>
                <a:cs typeface="Arial"/>
                <a:sym typeface="Arial"/>
              </a:defRPr>
            </a:lvl7pPr>
            <a:lvl8pPr indent="0" lvl="7" marL="0" algn="r">
              <a:spcBef>
                <a:spcPts val="0"/>
              </a:spcBef>
              <a:buNone/>
              <a:defRPr b="0" i="0" sz="700" u="none" cap="none" strike="noStrike">
                <a:solidFill>
                  <a:schemeClr val="lt2"/>
                </a:solidFill>
                <a:latin typeface="Arial"/>
                <a:ea typeface="Arial"/>
                <a:cs typeface="Arial"/>
                <a:sym typeface="Arial"/>
              </a:defRPr>
            </a:lvl8pPr>
            <a:lvl9pPr indent="0" lvl="8" marL="0" algn="r">
              <a:spcBef>
                <a:spcPts val="0"/>
              </a:spcBef>
              <a:buNone/>
              <a:defRPr b="0" i="0" sz="7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0" name="Google Shape;90;p23"/>
          <p:cNvPicPr preferRelativeResize="0"/>
          <p:nvPr>
            <p:ph idx="2" type="pic"/>
          </p:nvPr>
        </p:nvPicPr>
        <p:blipFill/>
        <p:spPr>
          <a:xfrm>
            <a:off x="7783830" y="1181100"/>
            <a:ext cx="4408170" cy="5701208"/>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5">
  <p:cSld name="Title with Picture 5">
    <p:spTree>
      <p:nvGrpSpPr>
        <p:cNvPr id="91" name="Shape 91"/>
        <p:cNvGrpSpPr/>
        <p:nvPr/>
      </p:nvGrpSpPr>
      <p:grpSpPr>
        <a:xfrm>
          <a:off x="0" y="0"/>
          <a:ext cx="0" cy="0"/>
          <a:chOff x="0" y="0"/>
          <a:chExt cx="0" cy="0"/>
        </a:xfrm>
      </p:grpSpPr>
      <p:sp>
        <p:nvSpPr>
          <p:cNvPr id="92" name="Google Shape;92;p24"/>
          <p:cNvSpPr txBox="1"/>
          <p:nvPr>
            <p:ph type="ctrTitle"/>
          </p:nvPr>
        </p:nvSpPr>
        <p:spPr>
          <a:xfrm>
            <a:off x="8812872" y="1115568"/>
            <a:ext cx="2960028" cy="3684766"/>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2"/>
              </a:buClr>
              <a:buSzPts val="3600"/>
              <a:buFont typeface="Arial"/>
              <a:buNone/>
              <a:defRPr sz="36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4"/>
          <p:cNvSpPr txBox="1"/>
          <p:nvPr>
            <p:ph idx="1" type="subTitle"/>
          </p:nvPr>
        </p:nvSpPr>
        <p:spPr>
          <a:xfrm>
            <a:off x="8804423" y="5004262"/>
            <a:ext cx="2968477" cy="1244138"/>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lt2"/>
              </a:buClr>
              <a:buSzPts val="1400"/>
              <a:buNone/>
              <a:defRPr sz="1400">
                <a:solidFill>
                  <a:schemeClr val="lt2"/>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
        <p:nvSpPr>
          <p:cNvPr id="94" name="Google Shape;94;p24"/>
          <p:cNvSpPr txBox="1"/>
          <p:nvPr>
            <p:ph idx="11" type="ftr"/>
          </p:nvPr>
        </p:nvSpPr>
        <p:spPr>
          <a:xfrm>
            <a:off x="419100" y="219456"/>
            <a:ext cx="259785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4"/>
          <p:cNvSpPr txBox="1"/>
          <p:nvPr>
            <p:ph idx="10" type="dt"/>
          </p:nvPr>
        </p:nvSpPr>
        <p:spPr>
          <a:xfrm>
            <a:off x="8812872" y="219456"/>
            <a:ext cx="155032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2" type="sldNum"/>
          </p:nvPr>
        </p:nvSpPr>
        <p:spPr>
          <a:xfrm>
            <a:off x="11313129" y="219456"/>
            <a:ext cx="53958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2"/>
                </a:solidFill>
                <a:latin typeface="Arial"/>
                <a:ea typeface="Arial"/>
                <a:cs typeface="Arial"/>
                <a:sym typeface="Arial"/>
              </a:defRPr>
            </a:lvl1pPr>
            <a:lvl2pPr indent="0" lvl="1" marL="0" algn="r">
              <a:spcBef>
                <a:spcPts val="0"/>
              </a:spcBef>
              <a:buNone/>
              <a:defRPr b="0" i="0" sz="700" u="none" cap="none" strike="noStrike">
                <a:solidFill>
                  <a:schemeClr val="lt2"/>
                </a:solidFill>
                <a:latin typeface="Arial"/>
                <a:ea typeface="Arial"/>
                <a:cs typeface="Arial"/>
                <a:sym typeface="Arial"/>
              </a:defRPr>
            </a:lvl2pPr>
            <a:lvl3pPr indent="0" lvl="2" marL="0" algn="r">
              <a:spcBef>
                <a:spcPts val="0"/>
              </a:spcBef>
              <a:buNone/>
              <a:defRPr b="0" i="0" sz="700" u="none" cap="none" strike="noStrike">
                <a:solidFill>
                  <a:schemeClr val="lt2"/>
                </a:solidFill>
                <a:latin typeface="Arial"/>
                <a:ea typeface="Arial"/>
                <a:cs typeface="Arial"/>
                <a:sym typeface="Arial"/>
              </a:defRPr>
            </a:lvl3pPr>
            <a:lvl4pPr indent="0" lvl="3" marL="0" algn="r">
              <a:spcBef>
                <a:spcPts val="0"/>
              </a:spcBef>
              <a:buNone/>
              <a:defRPr b="0" i="0" sz="700" u="none" cap="none" strike="noStrike">
                <a:solidFill>
                  <a:schemeClr val="lt2"/>
                </a:solidFill>
                <a:latin typeface="Arial"/>
                <a:ea typeface="Arial"/>
                <a:cs typeface="Arial"/>
                <a:sym typeface="Arial"/>
              </a:defRPr>
            </a:lvl4pPr>
            <a:lvl5pPr indent="0" lvl="4" marL="0" algn="r">
              <a:spcBef>
                <a:spcPts val="0"/>
              </a:spcBef>
              <a:buNone/>
              <a:defRPr b="0" i="0" sz="700" u="none" cap="none" strike="noStrike">
                <a:solidFill>
                  <a:schemeClr val="lt2"/>
                </a:solidFill>
                <a:latin typeface="Arial"/>
                <a:ea typeface="Arial"/>
                <a:cs typeface="Arial"/>
                <a:sym typeface="Arial"/>
              </a:defRPr>
            </a:lvl5pPr>
            <a:lvl6pPr indent="0" lvl="5" marL="0" algn="r">
              <a:spcBef>
                <a:spcPts val="0"/>
              </a:spcBef>
              <a:buNone/>
              <a:defRPr b="0" i="0" sz="700" u="none" cap="none" strike="noStrike">
                <a:solidFill>
                  <a:schemeClr val="lt2"/>
                </a:solidFill>
                <a:latin typeface="Arial"/>
                <a:ea typeface="Arial"/>
                <a:cs typeface="Arial"/>
                <a:sym typeface="Arial"/>
              </a:defRPr>
            </a:lvl6pPr>
            <a:lvl7pPr indent="0" lvl="6" marL="0" algn="r">
              <a:spcBef>
                <a:spcPts val="0"/>
              </a:spcBef>
              <a:buNone/>
              <a:defRPr b="0" i="0" sz="700" u="none" cap="none" strike="noStrike">
                <a:solidFill>
                  <a:schemeClr val="lt2"/>
                </a:solidFill>
                <a:latin typeface="Arial"/>
                <a:ea typeface="Arial"/>
                <a:cs typeface="Arial"/>
                <a:sym typeface="Arial"/>
              </a:defRPr>
            </a:lvl7pPr>
            <a:lvl8pPr indent="0" lvl="7" marL="0" algn="r">
              <a:spcBef>
                <a:spcPts val="0"/>
              </a:spcBef>
              <a:buNone/>
              <a:defRPr b="0" i="0" sz="700" u="none" cap="none" strike="noStrike">
                <a:solidFill>
                  <a:schemeClr val="lt2"/>
                </a:solidFill>
                <a:latin typeface="Arial"/>
                <a:ea typeface="Arial"/>
                <a:cs typeface="Arial"/>
                <a:sym typeface="Arial"/>
              </a:defRPr>
            </a:lvl8pPr>
            <a:lvl9pPr indent="0" lvl="8" marL="0" algn="r">
              <a:spcBef>
                <a:spcPts val="0"/>
              </a:spcBef>
              <a:buNone/>
              <a:defRPr b="0" i="0" sz="7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7" name="Google Shape;97;p24"/>
          <p:cNvPicPr preferRelativeResize="0"/>
          <p:nvPr>
            <p:ph idx="2" type="pic"/>
          </p:nvPr>
        </p:nvPicPr>
        <p:blipFill/>
        <p:spPr>
          <a:xfrm>
            <a:off x="1" y="1181099"/>
            <a:ext cx="8367452" cy="5685213"/>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6">
  <p:cSld name="Title with Picture 6">
    <p:spTree>
      <p:nvGrpSpPr>
        <p:cNvPr id="98" name="Shape 98"/>
        <p:cNvGrpSpPr/>
        <p:nvPr/>
      </p:nvGrpSpPr>
      <p:grpSpPr>
        <a:xfrm>
          <a:off x="0" y="0"/>
          <a:ext cx="0" cy="0"/>
          <a:chOff x="0" y="0"/>
          <a:chExt cx="0" cy="0"/>
        </a:xfrm>
      </p:grpSpPr>
      <p:sp>
        <p:nvSpPr>
          <p:cNvPr id="99" name="Google Shape;99;p25"/>
          <p:cNvSpPr txBox="1"/>
          <p:nvPr>
            <p:ph type="ctrTitle"/>
          </p:nvPr>
        </p:nvSpPr>
        <p:spPr>
          <a:xfrm>
            <a:off x="1776903" y="4822407"/>
            <a:ext cx="6925432" cy="135134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2"/>
              </a:buClr>
              <a:buSzPts val="4300"/>
              <a:buFont typeface="Arial"/>
              <a:buNone/>
              <a:defRPr sz="43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5"/>
          <p:cNvSpPr txBox="1"/>
          <p:nvPr>
            <p:ph idx="1" type="subTitle"/>
          </p:nvPr>
        </p:nvSpPr>
        <p:spPr>
          <a:xfrm>
            <a:off x="9235224" y="4822406"/>
            <a:ext cx="2724238" cy="135134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lt2"/>
              </a:buClr>
              <a:buSzPts val="1400"/>
              <a:buNone/>
              <a:defRPr sz="1400">
                <a:solidFill>
                  <a:schemeClr val="lt2"/>
                </a:solidFill>
              </a:defRPr>
            </a:lvl1pPr>
            <a:lvl2pPr lvl="1" algn="l">
              <a:lnSpc>
                <a:spcPct val="120000"/>
              </a:lnSpc>
              <a:spcBef>
                <a:spcPts val="500"/>
              </a:spcBef>
              <a:spcAft>
                <a:spcPts val="0"/>
              </a:spcAft>
              <a:buClr>
                <a:schemeClr val="lt1"/>
              </a:buClr>
              <a:buSzPts val="1800"/>
              <a:buNone/>
              <a:defRPr/>
            </a:lvl2pPr>
            <a:lvl3pPr lvl="2" algn="l">
              <a:lnSpc>
                <a:spcPct val="120000"/>
              </a:lnSpc>
              <a:spcBef>
                <a:spcPts val="500"/>
              </a:spcBef>
              <a:spcAft>
                <a:spcPts val="0"/>
              </a:spcAft>
              <a:buClr>
                <a:schemeClr val="lt1"/>
              </a:buClr>
              <a:buSzPts val="1800"/>
              <a:buNone/>
              <a:defRPr/>
            </a:lvl3pPr>
            <a:lvl4pPr lvl="3" algn="l">
              <a:lnSpc>
                <a:spcPct val="120000"/>
              </a:lnSpc>
              <a:spcBef>
                <a:spcPts val="500"/>
              </a:spcBef>
              <a:spcAft>
                <a:spcPts val="0"/>
              </a:spcAft>
              <a:buClr>
                <a:schemeClr val="lt1"/>
              </a:buClr>
              <a:buSzPts val="1800"/>
              <a:buNone/>
              <a:defRPr/>
            </a:lvl4pPr>
            <a:lvl5pPr lvl="4" algn="l">
              <a:lnSpc>
                <a:spcPct val="120000"/>
              </a:lnSpc>
              <a:spcBef>
                <a:spcPts val="500"/>
              </a:spcBef>
              <a:spcAft>
                <a:spcPts val="0"/>
              </a:spcAft>
              <a:buClr>
                <a:schemeClr val="lt1"/>
              </a:buClr>
              <a:buSzPts val="1800"/>
              <a:buNone/>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pic>
        <p:nvPicPr>
          <p:cNvPr id="101" name="Google Shape;101;p25"/>
          <p:cNvPicPr preferRelativeResize="0"/>
          <p:nvPr>
            <p:ph idx="2" type="pic"/>
          </p:nvPr>
        </p:nvPicPr>
        <p:blipFill/>
        <p:spPr>
          <a:xfrm>
            <a:off x="1866900" y="0"/>
            <a:ext cx="10325100" cy="4653649"/>
          </a:xfrm>
          <a:prstGeom prst="rect">
            <a:avLst/>
          </a:prstGeom>
          <a:blipFill rotWithShape="1">
            <a:blip r:embed="rId2">
              <a:alphaModFix amt="65000"/>
            </a:blip>
            <a:stretch>
              <a:fillRect b="0" l="0" r="0" t="0"/>
            </a:stretch>
          </a:blipFill>
          <a:ln>
            <a:noFill/>
          </a:ln>
        </p:spPr>
      </p:pic>
      <p:sp>
        <p:nvSpPr>
          <p:cNvPr id="102" name="Google Shape;102;p25"/>
          <p:cNvSpPr txBox="1"/>
          <p:nvPr>
            <p:ph idx="11" type="ftr"/>
          </p:nvPr>
        </p:nvSpPr>
        <p:spPr>
          <a:xfrm>
            <a:off x="1776903" y="6447496"/>
            <a:ext cx="214036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5"/>
          <p:cNvSpPr txBox="1"/>
          <p:nvPr>
            <p:ph idx="10" type="dt"/>
          </p:nvPr>
        </p:nvSpPr>
        <p:spPr>
          <a:xfrm>
            <a:off x="9235224" y="6451888"/>
            <a:ext cx="158123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5"/>
          <p:cNvSpPr txBox="1"/>
          <p:nvPr>
            <p:ph idx="12" type="sldNum"/>
          </p:nvPr>
        </p:nvSpPr>
        <p:spPr>
          <a:xfrm>
            <a:off x="11480357" y="6451888"/>
            <a:ext cx="457200"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2"/>
                </a:solidFill>
                <a:latin typeface="Arial"/>
                <a:ea typeface="Arial"/>
                <a:cs typeface="Arial"/>
                <a:sym typeface="Arial"/>
              </a:defRPr>
            </a:lvl1pPr>
            <a:lvl2pPr indent="0" lvl="1" marL="0" algn="r">
              <a:spcBef>
                <a:spcPts val="0"/>
              </a:spcBef>
              <a:buNone/>
              <a:defRPr b="0" i="0" sz="700" u="none" cap="none" strike="noStrike">
                <a:solidFill>
                  <a:schemeClr val="lt2"/>
                </a:solidFill>
                <a:latin typeface="Arial"/>
                <a:ea typeface="Arial"/>
                <a:cs typeface="Arial"/>
                <a:sym typeface="Arial"/>
              </a:defRPr>
            </a:lvl2pPr>
            <a:lvl3pPr indent="0" lvl="2" marL="0" algn="r">
              <a:spcBef>
                <a:spcPts val="0"/>
              </a:spcBef>
              <a:buNone/>
              <a:defRPr b="0" i="0" sz="700" u="none" cap="none" strike="noStrike">
                <a:solidFill>
                  <a:schemeClr val="lt2"/>
                </a:solidFill>
                <a:latin typeface="Arial"/>
                <a:ea typeface="Arial"/>
                <a:cs typeface="Arial"/>
                <a:sym typeface="Arial"/>
              </a:defRPr>
            </a:lvl3pPr>
            <a:lvl4pPr indent="0" lvl="3" marL="0" algn="r">
              <a:spcBef>
                <a:spcPts val="0"/>
              </a:spcBef>
              <a:buNone/>
              <a:defRPr b="0" i="0" sz="700" u="none" cap="none" strike="noStrike">
                <a:solidFill>
                  <a:schemeClr val="lt2"/>
                </a:solidFill>
                <a:latin typeface="Arial"/>
                <a:ea typeface="Arial"/>
                <a:cs typeface="Arial"/>
                <a:sym typeface="Arial"/>
              </a:defRPr>
            </a:lvl4pPr>
            <a:lvl5pPr indent="0" lvl="4" marL="0" algn="r">
              <a:spcBef>
                <a:spcPts val="0"/>
              </a:spcBef>
              <a:buNone/>
              <a:defRPr b="0" i="0" sz="700" u="none" cap="none" strike="noStrike">
                <a:solidFill>
                  <a:schemeClr val="lt2"/>
                </a:solidFill>
                <a:latin typeface="Arial"/>
                <a:ea typeface="Arial"/>
                <a:cs typeface="Arial"/>
                <a:sym typeface="Arial"/>
              </a:defRPr>
            </a:lvl5pPr>
            <a:lvl6pPr indent="0" lvl="5" marL="0" algn="r">
              <a:spcBef>
                <a:spcPts val="0"/>
              </a:spcBef>
              <a:buNone/>
              <a:defRPr b="0" i="0" sz="700" u="none" cap="none" strike="noStrike">
                <a:solidFill>
                  <a:schemeClr val="lt2"/>
                </a:solidFill>
                <a:latin typeface="Arial"/>
                <a:ea typeface="Arial"/>
                <a:cs typeface="Arial"/>
                <a:sym typeface="Arial"/>
              </a:defRPr>
            </a:lvl6pPr>
            <a:lvl7pPr indent="0" lvl="6" marL="0" algn="r">
              <a:spcBef>
                <a:spcPts val="0"/>
              </a:spcBef>
              <a:buNone/>
              <a:defRPr b="0" i="0" sz="700" u="none" cap="none" strike="noStrike">
                <a:solidFill>
                  <a:schemeClr val="lt2"/>
                </a:solidFill>
                <a:latin typeface="Arial"/>
                <a:ea typeface="Arial"/>
                <a:cs typeface="Arial"/>
                <a:sym typeface="Arial"/>
              </a:defRPr>
            </a:lvl7pPr>
            <a:lvl8pPr indent="0" lvl="7" marL="0" algn="r">
              <a:spcBef>
                <a:spcPts val="0"/>
              </a:spcBef>
              <a:buNone/>
              <a:defRPr b="0" i="0" sz="700" u="none" cap="none" strike="noStrike">
                <a:solidFill>
                  <a:schemeClr val="lt2"/>
                </a:solidFill>
                <a:latin typeface="Arial"/>
                <a:ea typeface="Arial"/>
                <a:cs typeface="Arial"/>
                <a:sym typeface="Arial"/>
              </a:defRPr>
            </a:lvl8pPr>
            <a:lvl9pPr indent="0" lvl="8" marL="0" algn="r">
              <a:spcBef>
                <a:spcPts val="0"/>
              </a:spcBef>
              <a:buNone/>
              <a:defRPr b="0" i="0" sz="7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05" name="Shape 105"/>
        <p:cNvGrpSpPr/>
        <p:nvPr/>
      </p:nvGrpSpPr>
      <p:grpSpPr>
        <a:xfrm>
          <a:off x="0" y="0"/>
          <a:ext cx="0" cy="0"/>
          <a:chOff x="0" y="0"/>
          <a:chExt cx="0" cy="0"/>
        </a:xfrm>
      </p:grpSpPr>
      <p:pic>
        <p:nvPicPr>
          <p:cNvPr descr="A close up of a colorful background&#10;&#10;AI-generated content may be incorrect." id="106" name="Google Shape;106;p26"/>
          <p:cNvPicPr preferRelativeResize="0"/>
          <p:nvPr/>
        </p:nvPicPr>
        <p:blipFill rotWithShape="1">
          <a:blip r:embed="rId2">
            <a:alphaModFix/>
          </a:blip>
          <a:srcRect b="0" l="0" r="0" t="0"/>
          <a:stretch/>
        </p:blipFill>
        <p:spPr>
          <a:xfrm>
            <a:off x="0" y="1"/>
            <a:ext cx="12181172" cy="6858000"/>
          </a:xfrm>
          <a:prstGeom prst="rect">
            <a:avLst/>
          </a:prstGeom>
          <a:noFill/>
          <a:ln>
            <a:noFill/>
          </a:ln>
        </p:spPr>
      </p:pic>
      <p:sp>
        <p:nvSpPr>
          <p:cNvPr id="107" name="Google Shape;107;p26"/>
          <p:cNvSpPr txBox="1"/>
          <p:nvPr>
            <p:ph type="title"/>
          </p:nvPr>
        </p:nvSpPr>
        <p:spPr>
          <a:xfrm>
            <a:off x="409980" y="4311805"/>
            <a:ext cx="8585337" cy="23683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900"/>
              <a:buFont typeface="Arial"/>
              <a:buNone/>
              <a:defRPr sz="69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6"/>
          <p:cNvSpPr txBox="1"/>
          <p:nvPr>
            <p:ph idx="11" type="ftr"/>
          </p:nvPr>
        </p:nvSpPr>
        <p:spPr>
          <a:xfrm>
            <a:off x="419100" y="219456"/>
            <a:ext cx="265617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6"/>
          <p:cNvSpPr txBox="1"/>
          <p:nvPr>
            <p:ph idx="10" type="dt"/>
          </p:nvPr>
        </p:nvSpPr>
        <p:spPr>
          <a:xfrm>
            <a:off x="8801100" y="219456"/>
            <a:ext cx="191325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6"/>
          <p:cNvSpPr txBox="1"/>
          <p:nvPr>
            <p:ph idx="12" type="sldNum"/>
          </p:nvPr>
        </p:nvSpPr>
        <p:spPr>
          <a:xfrm>
            <a:off x="11291658" y="219456"/>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 Header 2">
    <p:spTree>
      <p:nvGrpSpPr>
        <p:cNvPr id="111" name="Shape 111"/>
        <p:cNvGrpSpPr/>
        <p:nvPr/>
      </p:nvGrpSpPr>
      <p:grpSpPr>
        <a:xfrm>
          <a:off x="0" y="0"/>
          <a:ext cx="0" cy="0"/>
          <a:chOff x="0" y="0"/>
          <a:chExt cx="0" cy="0"/>
        </a:xfrm>
      </p:grpSpPr>
      <p:pic>
        <p:nvPicPr>
          <p:cNvPr descr="A close up of a pink and purple light&#10;&#10;AI-generated content may be incorrect." id="112" name="Google Shape;112;p27"/>
          <p:cNvPicPr preferRelativeResize="0"/>
          <p:nvPr/>
        </p:nvPicPr>
        <p:blipFill rotWithShape="1">
          <a:blip r:embed="rId2">
            <a:alphaModFix/>
          </a:blip>
          <a:srcRect b="0" l="0" r="0" t="0"/>
          <a:stretch/>
        </p:blipFill>
        <p:spPr>
          <a:xfrm>
            <a:off x="0" y="1"/>
            <a:ext cx="12192000" cy="6858000"/>
          </a:xfrm>
          <a:prstGeom prst="rect">
            <a:avLst/>
          </a:prstGeom>
          <a:noFill/>
          <a:ln>
            <a:noFill/>
          </a:ln>
        </p:spPr>
      </p:pic>
      <p:sp>
        <p:nvSpPr>
          <p:cNvPr id="113" name="Google Shape;113;p27"/>
          <p:cNvSpPr txBox="1"/>
          <p:nvPr>
            <p:ph type="title"/>
          </p:nvPr>
        </p:nvSpPr>
        <p:spPr>
          <a:xfrm>
            <a:off x="409980" y="4311805"/>
            <a:ext cx="8585337" cy="23683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900"/>
              <a:buFont typeface="Arial"/>
              <a:buNone/>
              <a:defRPr sz="69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27"/>
          <p:cNvSpPr txBox="1"/>
          <p:nvPr>
            <p:ph idx="11" type="ftr"/>
          </p:nvPr>
        </p:nvSpPr>
        <p:spPr>
          <a:xfrm>
            <a:off x="419100" y="219456"/>
            <a:ext cx="265617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7"/>
          <p:cNvSpPr txBox="1"/>
          <p:nvPr>
            <p:ph idx="10" type="dt"/>
          </p:nvPr>
        </p:nvSpPr>
        <p:spPr>
          <a:xfrm>
            <a:off x="8806416" y="219456"/>
            <a:ext cx="149415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7"/>
          <p:cNvSpPr txBox="1"/>
          <p:nvPr>
            <p:ph idx="12" type="sldNum"/>
          </p:nvPr>
        </p:nvSpPr>
        <p:spPr>
          <a:xfrm>
            <a:off x="11291658" y="219456"/>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17" name="Shape 117"/>
        <p:cNvGrpSpPr/>
        <p:nvPr/>
      </p:nvGrpSpPr>
      <p:grpSpPr>
        <a:xfrm>
          <a:off x="0" y="0"/>
          <a:ext cx="0" cy="0"/>
          <a:chOff x="0" y="0"/>
          <a:chExt cx="0" cy="0"/>
        </a:xfrm>
      </p:grpSpPr>
      <p:pic>
        <p:nvPicPr>
          <p:cNvPr descr="A black background with a purple and orange light&#10;&#10;AI-generated content may be incorrect." id="118" name="Google Shape;118;p28"/>
          <p:cNvPicPr preferRelativeResize="0"/>
          <p:nvPr/>
        </p:nvPicPr>
        <p:blipFill rotWithShape="1">
          <a:blip r:embed="rId2">
            <a:alphaModFix/>
          </a:blip>
          <a:srcRect b="0" l="0" r="0" t="0"/>
          <a:stretch/>
        </p:blipFill>
        <p:spPr>
          <a:xfrm rot="10800000">
            <a:off x="0" y="-2"/>
            <a:ext cx="12192000" cy="2869093"/>
          </a:xfrm>
          <a:prstGeom prst="rect">
            <a:avLst/>
          </a:prstGeom>
          <a:noFill/>
          <a:ln>
            <a:noFill/>
          </a:ln>
        </p:spPr>
      </p:pic>
      <p:sp>
        <p:nvSpPr>
          <p:cNvPr id="119" name="Google Shape;119;p28"/>
          <p:cNvSpPr txBox="1"/>
          <p:nvPr>
            <p:ph type="title"/>
          </p:nvPr>
        </p:nvSpPr>
        <p:spPr>
          <a:xfrm>
            <a:off x="368368" y="2138776"/>
            <a:ext cx="6433266" cy="1962149"/>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8800"/>
              <a:buFont typeface="Arial"/>
              <a:buNone/>
              <a:defRPr sz="8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28"/>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8"/>
          <p:cNvSpPr txBox="1"/>
          <p:nvPr>
            <p:ph idx="10" type="dt"/>
          </p:nvPr>
        </p:nvSpPr>
        <p:spPr>
          <a:xfrm>
            <a:off x="7353300" y="214858"/>
            <a:ext cx="14859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8"/>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3" name="Google Shape;123;p28"/>
          <p:cNvSpPr txBox="1"/>
          <p:nvPr>
            <p:ph idx="1" type="body"/>
          </p:nvPr>
        </p:nvSpPr>
        <p:spPr>
          <a:xfrm>
            <a:off x="7353301" y="2138776"/>
            <a:ext cx="3718420" cy="4109624"/>
          </a:xfrm>
          <a:prstGeom prst="rect">
            <a:avLst/>
          </a:prstGeom>
          <a:noFill/>
          <a:ln>
            <a:noFill/>
          </a:ln>
        </p:spPr>
        <p:txBody>
          <a:bodyPr anchorCtr="0" anchor="t" bIns="45700" lIns="91425" spcFirstLastPara="1" rIns="91425" wrap="square" tIns="45700">
            <a:normAutofit/>
          </a:bodyPr>
          <a:lstStyle>
            <a:lvl1pPr indent="-317500" lvl="0" marL="457200" algn="l">
              <a:lnSpc>
                <a:spcPct val="120000"/>
              </a:lnSpc>
              <a:spcBef>
                <a:spcPts val="1000"/>
              </a:spcBef>
              <a:spcAft>
                <a:spcPts val="0"/>
              </a:spcAft>
              <a:buClr>
                <a:schemeClr val="lt1"/>
              </a:buClr>
              <a:buSzPts val="1400"/>
              <a:buFont typeface="Arial"/>
              <a:buAutoNum type="arabicPeriod"/>
              <a:defRPr sz="1400">
                <a:solidFill>
                  <a:schemeClr val="lt1"/>
                </a:solidFill>
              </a:defRPr>
            </a:lvl1pPr>
            <a:lvl2pPr indent="-317500" lvl="1" marL="914400" algn="l">
              <a:lnSpc>
                <a:spcPct val="120000"/>
              </a:lnSpc>
              <a:spcBef>
                <a:spcPts val="500"/>
              </a:spcBef>
              <a:spcAft>
                <a:spcPts val="0"/>
              </a:spcAft>
              <a:buClr>
                <a:schemeClr val="lt1"/>
              </a:buClr>
              <a:buSzPts val="1400"/>
              <a:buFont typeface="Arial"/>
              <a:buAutoNum type="arabicPeriod"/>
              <a:defRPr sz="1400">
                <a:solidFill>
                  <a:schemeClr val="lt1"/>
                </a:solidFill>
              </a:defRPr>
            </a:lvl2pPr>
            <a:lvl3pPr indent="-317500" lvl="2" marL="1371600" algn="l">
              <a:lnSpc>
                <a:spcPct val="120000"/>
              </a:lnSpc>
              <a:spcBef>
                <a:spcPts val="500"/>
              </a:spcBef>
              <a:spcAft>
                <a:spcPts val="0"/>
              </a:spcAft>
              <a:buClr>
                <a:schemeClr val="lt1"/>
              </a:buClr>
              <a:buSzPts val="1400"/>
              <a:buFont typeface="Arial"/>
              <a:buAutoNum type="arabicPeriod"/>
              <a:defRPr sz="1400">
                <a:solidFill>
                  <a:schemeClr val="lt1"/>
                </a:solidFill>
              </a:defRPr>
            </a:lvl3pPr>
            <a:lvl4pPr indent="-317500" lvl="3" marL="1828800" algn="l">
              <a:lnSpc>
                <a:spcPct val="120000"/>
              </a:lnSpc>
              <a:spcBef>
                <a:spcPts val="500"/>
              </a:spcBef>
              <a:spcAft>
                <a:spcPts val="0"/>
              </a:spcAft>
              <a:buClr>
                <a:schemeClr val="lt1"/>
              </a:buClr>
              <a:buSzPts val="1400"/>
              <a:buFont typeface="Arial"/>
              <a:buAutoNum type="arabicPeriod"/>
              <a:defRPr sz="1400">
                <a:solidFill>
                  <a:schemeClr val="lt1"/>
                </a:solidFill>
              </a:defRPr>
            </a:lvl4pPr>
            <a:lvl5pPr indent="-317500" lvl="4" marL="2286000" algn="l">
              <a:lnSpc>
                <a:spcPct val="120000"/>
              </a:lnSpc>
              <a:spcBef>
                <a:spcPts val="500"/>
              </a:spcBef>
              <a:spcAft>
                <a:spcPts val="0"/>
              </a:spcAft>
              <a:buClr>
                <a:schemeClr val="lt1"/>
              </a:buClr>
              <a:buSzPts val="1400"/>
              <a:buFont typeface="Arial"/>
              <a:buAutoNum type="arabicPeriod"/>
              <a:defRPr sz="14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 2">
    <p:spTree>
      <p:nvGrpSpPr>
        <p:cNvPr id="124" name="Shape 124"/>
        <p:cNvGrpSpPr/>
        <p:nvPr/>
      </p:nvGrpSpPr>
      <p:grpSpPr>
        <a:xfrm>
          <a:off x="0" y="0"/>
          <a:ext cx="0" cy="0"/>
          <a:chOff x="0" y="0"/>
          <a:chExt cx="0" cy="0"/>
        </a:xfrm>
      </p:grpSpPr>
      <p:pic>
        <p:nvPicPr>
          <p:cNvPr descr="A black circle in a purple and orange color&#10;&#10;AI-generated content may be incorrect." id="125" name="Google Shape;125;p29"/>
          <p:cNvPicPr preferRelativeResize="0"/>
          <p:nvPr/>
        </p:nvPicPr>
        <p:blipFill rotWithShape="1">
          <a:blip r:embed="rId2">
            <a:alphaModFix/>
          </a:blip>
          <a:srcRect b="25228" l="25858" r="915" t="8959"/>
          <a:stretch/>
        </p:blipFill>
        <p:spPr>
          <a:xfrm flipH="1">
            <a:off x="0" y="0"/>
            <a:ext cx="12192000" cy="6858000"/>
          </a:xfrm>
          <a:prstGeom prst="rect">
            <a:avLst/>
          </a:prstGeom>
          <a:noFill/>
          <a:ln>
            <a:noFill/>
          </a:ln>
        </p:spPr>
      </p:pic>
      <p:sp>
        <p:nvSpPr>
          <p:cNvPr id="126" name="Google Shape;126;p29"/>
          <p:cNvSpPr txBox="1"/>
          <p:nvPr>
            <p:ph type="title"/>
          </p:nvPr>
        </p:nvSpPr>
        <p:spPr>
          <a:xfrm>
            <a:off x="368367" y="915709"/>
            <a:ext cx="11404534" cy="1604654"/>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8800"/>
              <a:buFont typeface="Arial"/>
              <a:buNone/>
              <a:defRPr sz="8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29"/>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9"/>
          <p:cNvSpPr txBox="1"/>
          <p:nvPr>
            <p:ph idx="10" type="dt"/>
          </p:nvPr>
        </p:nvSpPr>
        <p:spPr>
          <a:xfrm>
            <a:off x="7772400" y="214858"/>
            <a:ext cx="14859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9"/>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0" name="Google Shape;130;p29"/>
          <p:cNvSpPr txBox="1"/>
          <p:nvPr>
            <p:ph idx="1" type="body"/>
          </p:nvPr>
        </p:nvSpPr>
        <p:spPr>
          <a:xfrm>
            <a:off x="7772400" y="2705100"/>
            <a:ext cx="4000500" cy="3682028"/>
          </a:xfrm>
          <a:prstGeom prst="rect">
            <a:avLst/>
          </a:prstGeom>
          <a:noFill/>
          <a:ln>
            <a:noFill/>
          </a:ln>
        </p:spPr>
        <p:txBody>
          <a:bodyPr anchorCtr="0" anchor="b" bIns="45700" lIns="91425" spcFirstLastPara="1" rIns="91425" wrap="square" tIns="45700">
            <a:normAutofit/>
          </a:bodyPr>
          <a:lstStyle>
            <a:lvl1pPr indent="-317500" lvl="0" marL="457200" algn="l">
              <a:lnSpc>
                <a:spcPct val="120000"/>
              </a:lnSpc>
              <a:spcBef>
                <a:spcPts val="1000"/>
              </a:spcBef>
              <a:spcAft>
                <a:spcPts val="0"/>
              </a:spcAft>
              <a:buClr>
                <a:schemeClr val="lt1"/>
              </a:buClr>
              <a:buSzPts val="1400"/>
              <a:buFont typeface="Arial"/>
              <a:buAutoNum type="arabicPeriod"/>
              <a:defRPr sz="1400">
                <a:solidFill>
                  <a:schemeClr val="lt1"/>
                </a:solidFill>
              </a:defRPr>
            </a:lvl1pPr>
            <a:lvl2pPr indent="-317500" lvl="1" marL="914400" algn="l">
              <a:lnSpc>
                <a:spcPct val="120000"/>
              </a:lnSpc>
              <a:spcBef>
                <a:spcPts val="500"/>
              </a:spcBef>
              <a:spcAft>
                <a:spcPts val="0"/>
              </a:spcAft>
              <a:buClr>
                <a:schemeClr val="lt1"/>
              </a:buClr>
              <a:buSzPts val="1400"/>
              <a:buFont typeface="Arial"/>
              <a:buAutoNum type="arabicPeriod"/>
              <a:defRPr sz="1400">
                <a:solidFill>
                  <a:schemeClr val="lt1"/>
                </a:solidFill>
              </a:defRPr>
            </a:lvl2pPr>
            <a:lvl3pPr indent="-317500" lvl="2" marL="1371600" algn="l">
              <a:lnSpc>
                <a:spcPct val="120000"/>
              </a:lnSpc>
              <a:spcBef>
                <a:spcPts val="500"/>
              </a:spcBef>
              <a:spcAft>
                <a:spcPts val="0"/>
              </a:spcAft>
              <a:buClr>
                <a:schemeClr val="lt1"/>
              </a:buClr>
              <a:buSzPts val="1400"/>
              <a:buFont typeface="Arial"/>
              <a:buAutoNum type="arabicPeriod"/>
              <a:defRPr sz="1400">
                <a:solidFill>
                  <a:schemeClr val="lt1"/>
                </a:solidFill>
              </a:defRPr>
            </a:lvl3pPr>
            <a:lvl4pPr indent="-317500" lvl="3" marL="1828800" algn="l">
              <a:lnSpc>
                <a:spcPct val="120000"/>
              </a:lnSpc>
              <a:spcBef>
                <a:spcPts val="500"/>
              </a:spcBef>
              <a:spcAft>
                <a:spcPts val="0"/>
              </a:spcAft>
              <a:buClr>
                <a:schemeClr val="lt1"/>
              </a:buClr>
              <a:buSzPts val="1400"/>
              <a:buFont typeface="Arial"/>
              <a:buAutoNum type="arabicPeriod"/>
              <a:defRPr sz="1400">
                <a:solidFill>
                  <a:schemeClr val="lt1"/>
                </a:solidFill>
              </a:defRPr>
            </a:lvl4pPr>
            <a:lvl5pPr indent="-317500" lvl="4" marL="2286000" algn="l">
              <a:lnSpc>
                <a:spcPct val="120000"/>
              </a:lnSpc>
              <a:spcBef>
                <a:spcPts val="500"/>
              </a:spcBef>
              <a:spcAft>
                <a:spcPts val="0"/>
              </a:spcAft>
              <a:buClr>
                <a:schemeClr val="lt1"/>
              </a:buClr>
              <a:buSzPts val="1400"/>
              <a:buFont typeface="Arial"/>
              <a:buAutoNum type="arabicPeriod"/>
              <a:defRPr sz="14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p:cSld name="Agenda with Picture">
    <p:bg>
      <p:bgPr>
        <a:solidFill>
          <a:srgbClr val="09090C"/>
        </a:solidFill>
      </p:bgPr>
    </p:bg>
    <p:spTree>
      <p:nvGrpSpPr>
        <p:cNvPr id="131" name="Shape 131"/>
        <p:cNvGrpSpPr/>
        <p:nvPr/>
      </p:nvGrpSpPr>
      <p:grpSpPr>
        <a:xfrm>
          <a:off x="0" y="0"/>
          <a:ext cx="0" cy="0"/>
          <a:chOff x="0" y="0"/>
          <a:chExt cx="0" cy="0"/>
        </a:xfrm>
      </p:grpSpPr>
      <p:pic>
        <p:nvPicPr>
          <p:cNvPr descr="A black background with a red and yellow light&#10;&#10;AI-generated content may be incorrect." id="132" name="Google Shape;132;p30"/>
          <p:cNvPicPr preferRelativeResize="0"/>
          <p:nvPr/>
        </p:nvPicPr>
        <p:blipFill rotWithShape="1">
          <a:blip r:embed="rId2">
            <a:alphaModFix/>
          </a:blip>
          <a:srcRect b="36109" l="0" r="0" t="0"/>
          <a:stretch/>
        </p:blipFill>
        <p:spPr>
          <a:xfrm flipH="1" rot="10800000">
            <a:off x="-9982" y="2555751"/>
            <a:ext cx="12192000" cy="4343908"/>
          </a:xfrm>
          <a:prstGeom prst="rect">
            <a:avLst/>
          </a:prstGeom>
          <a:noFill/>
          <a:ln>
            <a:noFill/>
          </a:ln>
        </p:spPr>
      </p:pic>
      <p:sp>
        <p:nvSpPr>
          <p:cNvPr id="133" name="Google Shape;133;p30"/>
          <p:cNvSpPr txBox="1"/>
          <p:nvPr>
            <p:ph type="title"/>
          </p:nvPr>
        </p:nvSpPr>
        <p:spPr>
          <a:xfrm>
            <a:off x="390852" y="3481713"/>
            <a:ext cx="5496426" cy="209227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7600"/>
              <a:buFont typeface="Arial"/>
              <a:buNone/>
              <a:defRPr sz="7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4" name="Google Shape;134;p30"/>
          <p:cNvPicPr preferRelativeResize="0"/>
          <p:nvPr>
            <p:ph idx="2" type="pic"/>
          </p:nvPr>
        </p:nvPicPr>
        <p:blipFill/>
        <p:spPr>
          <a:xfrm>
            <a:off x="0" y="0"/>
            <a:ext cx="12192000" cy="2555751"/>
          </a:xfrm>
          <a:prstGeom prst="rect">
            <a:avLst/>
          </a:prstGeom>
          <a:blipFill rotWithShape="1">
            <a:blip r:embed="rId3">
              <a:alphaModFix amt="65000"/>
            </a:blip>
            <a:stretch>
              <a:fillRect b="0" l="0" r="0" t="0"/>
            </a:stretch>
          </a:blipFill>
          <a:ln>
            <a:noFill/>
          </a:ln>
        </p:spPr>
      </p:pic>
      <p:sp>
        <p:nvSpPr>
          <p:cNvPr id="135" name="Google Shape;135;p30"/>
          <p:cNvSpPr txBox="1"/>
          <p:nvPr>
            <p:ph idx="11" type="ftr"/>
          </p:nvPr>
        </p:nvSpPr>
        <p:spPr>
          <a:xfrm>
            <a:off x="433660" y="2734068"/>
            <a:ext cx="2727331"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0"/>
          <p:cNvSpPr txBox="1"/>
          <p:nvPr>
            <p:ph idx="10" type="dt"/>
          </p:nvPr>
        </p:nvSpPr>
        <p:spPr>
          <a:xfrm>
            <a:off x="7785567" y="2734068"/>
            <a:ext cx="1586711"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0"/>
          <p:cNvSpPr txBox="1"/>
          <p:nvPr>
            <p:ph idx="12" type="sldNum"/>
          </p:nvPr>
        </p:nvSpPr>
        <p:spPr>
          <a:xfrm>
            <a:off x="11316614" y="2734068"/>
            <a:ext cx="526695"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30"/>
          <p:cNvSpPr txBox="1"/>
          <p:nvPr>
            <p:ph idx="1" type="body"/>
          </p:nvPr>
        </p:nvSpPr>
        <p:spPr>
          <a:xfrm>
            <a:off x="7785567" y="3481713"/>
            <a:ext cx="3916103" cy="2765887"/>
          </a:xfrm>
          <a:prstGeom prst="rect">
            <a:avLst/>
          </a:prstGeom>
          <a:noFill/>
          <a:ln>
            <a:noFill/>
          </a:ln>
        </p:spPr>
        <p:txBody>
          <a:bodyPr anchorCtr="0" anchor="t" bIns="45700" lIns="91425" spcFirstLastPara="1" rIns="91425" wrap="square" tIns="45700">
            <a:normAutofit/>
          </a:bodyPr>
          <a:lstStyle>
            <a:lvl1pPr indent="-317500" lvl="0" marL="457200" algn="l">
              <a:lnSpc>
                <a:spcPct val="130000"/>
              </a:lnSpc>
              <a:spcBef>
                <a:spcPts val="1000"/>
              </a:spcBef>
              <a:spcAft>
                <a:spcPts val="0"/>
              </a:spcAft>
              <a:buClr>
                <a:schemeClr val="lt1"/>
              </a:buClr>
              <a:buSzPts val="1400"/>
              <a:buFont typeface="Arial"/>
              <a:buAutoNum type="arabicPeriod"/>
              <a:defRPr sz="1400">
                <a:solidFill>
                  <a:schemeClr val="lt1"/>
                </a:solidFill>
              </a:defRPr>
            </a:lvl1pPr>
            <a:lvl2pPr indent="-317500" lvl="1" marL="914400" algn="l">
              <a:lnSpc>
                <a:spcPct val="130000"/>
              </a:lnSpc>
              <a:spcBef>
                <a:spcPts val="500"/>
              </a:spcBef>
              <a:spcAft>
                <a:spcPts val="0"/>
              </a:spcAft>
              <a:buClr>
                <a:schemeClr val="lt1"/>
              </a:buClr>
              <a:buSzPts val="1400"/>
              <a:buFont typeface="Arial"/>
              <a:buAutoNum type="arabicPeriod"/>
              <a:defRPr sz="1400">
                <a:solidFill>
                  <a:schemeClr val="lt1"/>
                </a:solidFill>
              </a:defRPr>
            </a:lvl2pPr>
            <a:lvl3pPr indent="-317500" lvl="2" marL="1371600" algn="l">
              <a:lnSpc>
                <a:spcPct val="130000"/>
              </a:lnSpc>
              <a:spcBef>
                <a:spcPts val="500"/>
              </a:spcBef>
              <a:spcAft>
                <a:spcPts val="0"/>
              </a:spcAft>
              <a:buClr>
                <a:schemeClr val="lt1"/>
              </a:buClr>
              <a:buSzPts val="1400"/>
              <a:buFont typeface="Arial"/>
              <a:buAutoNum type="arabicPeriod"/>
              <a:defRPr sz="1400">
                <a:solidFill>
                  <a:schemeClr val="lt1"/>
                </a:solidFill>
              </a:defRPr>
            </a:lvl3pPr>
            <a:lvl4pPr indent="-317500" lvl="3" marL="1828800" algn="l">
              <a:lnSpc>
                <a:spcPct val="130000"/>
              </a:lnSpc>
              <a:spcBef>
                <a:spcPts val="500"/>
              </a:spcBef>
              <a:spcAft>
                <a:spcPts val="0"/>
              </a:spcAft>
              <a:buClr>
                <a:schemeClr val="lt1"/>
              </a:buClr>
              <a:buSzPts val="1400"/>
              <a:buFont typeface="Arial"/>
              <a:buAutoNum type="arabicPeriod"/>
              <a:defRPr sz="1400">
                <a:solidFill>
                  <a:schemeClr val="lt1"/>
                </a:solidFill>
              </a:defRPr>
            </a:lvl4pPr>
            <a:lvl5pPr indent="-317500" lvl="4" marL="2286000" algn="l">
              <a:lnSpc>
                <a:spcPct val="130000"/>
              </a:lnSpc>
              <a:spcBef>
                <a:spcPts val="500"/>
              </a:spcBef>
              <a:spcAft>
                <a:spcPts val="0"/>
              </a:spcAft>
              <a:buClr>
                <a:schemeClr val="lt1"/>
              </a:buClr>
              <a:buSzPts val="1400"/>
              <a:buFont typeface="Arial"/>
              <a:buAutoNum type="arabicPeriod"/>
              <a:defRPr sz="14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spTree>
      <p:nvGrpSpPr>
        <p:cNvPr id="139" name="Shape 139"/>
        <p:cNvGrpSpPr/>
        <p:nvPr/>
      </p:nvGrpSpPr>
      <p:grpSpPr>
        <a:xfrm>
          <a:off x="0" y="0"/>
          <a:ext cx="0" cy="0"/>
          <a:chOff x="0" y="0"/>
          <a:chExt cx="0" cy="0"/>
        </a:xfrm>
      </p:grpSpPr>
      <p:pic>
        <p:nvPicPr>
          <p:cNvPr descr="A close up of a colorful object&#10;&#10;AI-generated content may be incorrect." id="140" name="Google Shape;140;p31"/>
          <p:cNvPicPr preferRelativeResize="0"/>
          <p:nvPr/>
        </p:nvPicPr>
        <p:blipFill rotWithShape="1">
          <a:blip r:embed="rId2">
            <a:alphaModFix/>
          </a:blip>
          <a:srcRect b="13701" l="34188" r="1" t="0"/>
          <a:stretch/>
        </p:blipFill>
        <p:spPr>
          <a:xfrm flipH="1" rot="-5400000">
            <a:off x="2667000" y="-2667000"/>
            <a:ext cx="6858000" cy="12192000"/>
          </a:xfrm>
          <a:prstGeom prst="rect">
            <a:avLst/>
          </a:prstGeom>
          <a:noFill/>
          <a:ln>
            <a:noFill/>
          </a:ln>
        </p:spPr>
      </p:pic>
      <p:sp>
        <p:nvSpPr>
          <p:cNvPr id="141" name="Google Shape;141;p31"/>
          <p:cNvSpPr txBox="1"/>
          <p:nvPr>
            <p:ph type="title"/>
          </p:nvPr>
        </p:nvSpPr>
        <p:spPr>
          <a:xfrm>
            <a:off x="432393" y="1762539"/>
            <a:ext cx="3987207" cy="2073091"/>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31"/>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1"/>
          <p:cNvSpPr txBox="1"/>
          <p:nvPr>
            <p:ph idx="10" type="dt"/>
          </p:nvPr>
        </p:nvSpPr>
        <p:spPr>
          <a:xfrm>
            <a:off x="4851993" y="214858"/>
            <a:ext cx="15227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1"/>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5" name="Google Shape;145;p31"/>
          <p:cNvSpPr txBox="1"/>
          <p:nvPr>
            <p:ph idx="1" type="body"/>
          </p:nvPr>
        </p:nvSpPr>
        <p:spPr>
          <a:xfrm>
            <a:off x="4851993" y="1762539"/>
            <a:ext cx="3482340" cy="207309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146" name="Shape 146"/>
        <p:cNvGrpSpPr/>
        <p:nvPr/>
      </p:nvGrpSpPr>
      <p:grpSpPr>
        <a:xfrm>
          <a:off x="0" y="0"/>
          <a:ext cx="0" cy="0"/>
          <a:chOff x="0" y="0"/>
          <a:chExt cx="0" cy="0"/>
        </a:xfrm>
      </p:grpSpPr>
      <p:pic>
        <p:nvPicPr>
          <p:cNvPr descr="A close up of a colorful object&#10;&#10;AI-generated content may be incorrect." id="147" name="Google Shape;147;p32"/>
          <p:cNvPicPr preferRelativeResize="0"/>
          <p:nvPr/>
        </p:nvPicPr>
        <p:blipFill rotWithShape="1">
          <a:blip r:embed="rId2">
            <a:alphaModFix/>
          </a:blip>
          <a:srcRect b="21926" l="-38257" r="86" t="5088"/>
          <a:stretch/>
        </p:blipFill>
        <p:spPr>
          <a:xfrm flipH="1">
            <a:off x="0" y="0"/>
            <a:ext cx="12192000" cy="6855178"/>
          </a:xfrm>
          <a:prstGeom prst="rect">
            <a:avLst/>
          </a:prstGeom>
          <a:noFill/>
          <a:ln>
            <a:noFill/>
          </a:ln>
        </p:spPr>
      </p:pic>
      <p:sp>
        <p:nvSpPr>
          <p:cNvPr id="148" name="Google Shape;148;p32"/>
          <p:cNvSpPr txBox="1"/>
          <p:nvPr>
            <p:ph type="title"/>
          </p:nvPr>
        </p:nvSpPr>
        <p:spPr>
          <a:xfrm>
            <a:off x="4404380" y="1276990"/>
            <a:ext cx="5385079" cy="98565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32"/>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2"/>
          <p:cNvSpPr txBox="1"/>
          <p:nvPr>
            <p:ph idx="10" type="dt"/>
          </p:nvPr>
        </p:nvSpPr>
        <p:spPr>
          <a:xfrm>
            <a:off x="4412904" y="214858"/>
            <a:ext cx="25146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2"/>
          <p:cNvSpPr txBox="1"/>
          <p:nvPr>
            <p:ph idx="12" type="sldNum"/>
          </p:nvPr>
        </p:nvSpPr>
        <p:spPr>
          <a:xfrm>
            <a:off x="11282980"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32"/>
          <p:cNvSpPr txBox="1"/>
          <p:nvPr>
            <p:ph idx="1" type="body"/>
          </p:nvPr>
        </p:nvSpPr>
        <p:spPr>
          <a:xfrm>
            <a:off x="4412904" y="2471736"/>
            <a:ext cx="5385079" cy="3493129"/>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ontent 4">
    <p:spTree>
      <p:nvGrpSpPr>
        <p:cNvPr id="153" name="Shape 153"/>
        <p:cNvGrpSpPr/>
        <p:nvPr/>
      </p:nvGrpSpPr>
      <p:grpSpPr>
        <a:xfrm>
          <a:off x="0" y="0"/>
          <a:ext cx="0" cy="0"/>
          <a:chOff x="0" y="0"/>
          <a:chExt cx="0" cy="0"/>
        </a:xfrm>
      </p:grpSpPr>
      <p:pic>
        <p:nvPicPr>
          <p:cNvPr descr="A purple and black background&#10;&#10;AI-generated content may be incorrect." id="154" name="Google Shape;154;p33"/>
          <p:cNvPicPr preferRelativeResize="0"/>
          <p:nvPr/>
        </p:nvPicPr>
        <p:blipFill rotWithShape="1">
          <a:blip r:embed="rId2">
            <a:alphaModFix/>
          </a:blip>
          <a:srcRect b="0" l="11509" r="0" t="0"/>
          <a:stretch/>
        </p:blipFill>
        <p:spPr>
          <a:xfrm>
            <a:off x="6324601" y="1"/>
            <a:ext cx="5881254" cy="6858000"/>
          </a:xfrm>
          <a:prstGeom prst="rect">
            <a:avLst/>
          </a:prstGeom>
          <a:noFill/>
          <a:ln>
            <a:noFill/>
          </a:ln>
        </p:spPr>
      </p:pic>
      <p:sp>
        <p:nvSpPr>
          <p:cNvPr id="155" name="Google Shape;155;p33"/>
          <p:cNvSpPr txBox="1"/>
          <p:nvPr>
            <p:ph type="title"/>
          </p:nvPr>
        </p:nvSpPr>
        <p:spPr>
          <a:xfrm>
            <a:off x="418851" y="1276990"/>
            <a:ext cx="5378267" cy="98565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33"/>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3"/>
          <p:cNvSpPr txBox="1"/>
          <p:nvPr>
            <p:ph idx="10" type="dt"/>
          </p:nvPr>
        </p:nvSpPr>
        <p:spPr>
          <a:xfrm>
            <a:off x="8801100" y="214858"/>
            <a:ext cx="19418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3"/>
          <p:cNvSpPr txBox="1"/>
          <p:nvPr>
            <p:ph idx="12" type="sldNum"/>
          </p:nvPr>
        </p:nvSpPr>
        <p:spPr>
          <a:xfrm>
            <a:off x="11290295"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9" name="Google Shape;159;p33"/>
          <p:cNvSpPr txBox="1"/>
          <p:nvPr>
            <p:ph idx="1" type="body"/>
          </p:nvPr>
        </p:nvSpPr>
        <p:spPr>
          <a:xfrm>
            <a:off x="427477" y="2471736"/>
            <a:ext cx="5378268" cy="366273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p:cSld name="Content 5">
    <p:spTree>
      <p:nvGrpSpPr>
        <p:cNvPr id="160" name="Shape 160"/>
        <p:cNvGrpSpPr/>
        <p:nvPr/>
      </p:nvGrpSpPr>
      <p:grpSpPr>
        <a:xfrm>
          <a:off x="0" y="0"/>
          <a:ext cx="0" cy="0"/>
          <a:chOff x="0" y="0"/>
          <a:chExt cx="0" cy="0"/>
        </a:xfrm>
      </p:grpSpPr>
      <p:pic>
        <p:nvPicPr>
          <p:cNvPr descr="A red and purple light&#10;&#10;AI-generated content may be incorrect." id="161" name="Google Shape;161;p34"/>
          <p:cNvPicPr preferRelativeResize="0"/>
          <p:nvPr/>
        </p:nvPicPr>
        <p:blipFill rotWithShape="1">
          <a:blip r:embed="rId2">
            <a:alphaModFix/>
          </a:blip>
          <a:srcRect b="0" l="0" r="0" t="29759"/>
          <a:stretch/>
        </p:blipFill>
        <p:spPr>
          <a:xfrm flipH="1">
            <a:off x="0" y="2040834"/>
            <a:ext cx="12192000" cy="4817165"/>
          </a:xfrm>
          <a:prstGeom prst="rect">
            <a:avLst/>
          </a:prstGeom>
          <a:noFill/>
          <a:ln>
            <a:noFill/>
          </a:ln>
        </p:spPr>
      </p:pic>
      <p:sp>
        <p:nvSpPr>
          <p:cNvPr id="162" name="Google Shape;162;p34"/>
          <p:cNvSpPr txBox="1"/>
          <p:nvPr>
            <p:ph type="title"/>
          </p:nvPr>
        </p:nvSpPr>
        <p:spPr>
          <a:xfrm>
            <a:off x="1447800" y="1946412"/>
            <a:ext cx="2971800" cy="3192118"/>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34"/>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4"/>
          <p:cNvSpPr txBox="1"/>
          <p:nvPr>
            <p:ph idx="10" type="dt"/>
          </p:nvPr>
        </p:nvSpPr>
        <p:spPr>
          <a:xfrm>
            <a:off x="4838700" y="214858"/>
            <a:ext cx="2452852"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4"/>
          <p:cNvSpPr txBox="1"/>
          <p:nvPr>
            <p:ph idx="12" type="sldNum"/>
          </p:nvPr>
        </p:nvSpPr>
        <p:spPr>
          <a:xfrm>
            <a:off x="11282980"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6" name="Google Shape;166;p34"/>
          <p:cNvSpPr txBox="1"/>
          <p:nvPr>
            <p:ph idx="1" type="body"/>
          </p:nvPr>
        </p:nvSpPr>
        <p:spPr>
          <a:xfrm>
            <a:off x="4838700" y="1946413"/>
            <a:ext cx="5189220" cy="319211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6">
  <p:cSld name="Content 6">
    <p:bg>
      <p:bgPr>
        <a:solidFill>
          <a:srgbClr val="09090C"/>
        </a:solidFill>
      </p:bgPr>
    </p:bg>
    <p:spTree>
      <p:nvGrpSpPr>
        <p:cNvPr id="167" name="Shape 167"/>
        <p:cNvGrpSpPr/>
        <p:nvPr/>
      </p:nvGrpSpPr>
      <p:grpSpPr>
        <a:xfrm>
          <a:off x="0" y="0"/>
          <a:ext cx="0" cy="0"/>
          <a:chOff x="0" y="0"/>
          <a:chExt cx="0" cy="0"/>
        </a:xfrm>
      </p:grpSpPr>
      <p:pic>
        <p:nvPicPr>
          <p:cNvPr descr="A black background with a purple and orange light&#10;&#10;AI-generated content may be incorrect." id="168" name="Google Shape;168;p35"/>
          <p:cNvPicPr preferRelativeResize="0"/>
          <p:nvPr/>
        </p:nvPicPr>
        <p:blipFill rotWithShape="1">
          <a:blip r:embed="rId2">
            <a:alphaModFix/>
          </a:blip>
          <a:srcRect b="0" l="0" r="0" t="0"/>
          <a:stretch/>
        </p:blipFill>
        <p:spPr>
          <a:xfrm flipH="1">
            <a:off x="0" y="4406900"/>
            <a:ext cx="9144000" cy="2451100"/>
          </a:xfrm>
          <a:prstGeom prst="rect">
            <a:avLst/>
          </a:prstGeom>
          <a:noFill/>
          <a:ln>
            <a:noFill/>
          </a:ln>
        </p:spPr>
      </p:pic>
      <p:sp>
        <p:nvSpPr>
          <p:cNvPr id="169" name="Google Shape;169;p35"/>
          <p:cNvSpPr txBox="1"/>
          <p:nvPr>
            <p:ph type="title"/>
          </p:nvPr>
        </p:nvSpPr>
        <p:spPr>
          <a:xfrm>
            <a:off x="1866899" y="1886712"/>
            <a:ext cx="3507989" cy="3233928"/>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5"/>
          <p:cNvSpPr txBox="1"/>
          <p:nvPr>
            <p:ph idx="11" type="ftr"/>
          </p:nvPr>
        </p:nvSpPr>
        <p:spPr>
          <a:xfrm>
            <a:off x="419100" y="208394"/>
            <a:ext cx="253211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5"/>
          <p:cNvSpPr txBox="1"/>
          <p:nvPr>
            <p:ph idx="10" type="dt"/>
          </p:nvPr>
        </p:nvSpPr>
        <p:spPr>
          <a:xfrm>
            <a:off x="5867400" y="208394"/>
            <a:ext cx="201754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35"/>
          <p:cNvSpPr txBox="1"/>
          <p:nvPr>
            <p:ph idx="12" type="sldNum"/>
          </p:nvPr>
        </p:nvSpPr>
        <p:spPr>
          <a:xfrm>
            <a:off x="11296588" y="208394"/>
            <a:ext cx="553156"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3" name="Google Shape;173;p35"/>
          <p:cNvSpPr txBox="1"/>
          <p:nvPr>
            <p:ph idx="1" type="body"/>
          </p:nvPr>
        </p:nvSpPr>
        <p:spPr>
          <a:xfrm>
            <a:off x="5867401" y="1886712"/>
            <a:ext cx="4495800" cy="323392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7">
  <p:cSld name="Content 7">
    <p:spTree>
      <p:nvGrpSpPr>
        <p:cNvPr id="174" name="Shape 174"/>
        <p:cNvGrpSpPr/>
        <p:nvPr/>
      </p:nvGrpSpPr>
      <p:grpSpPr>
        <a:xfrm>
          <a:off x="0" y="0"/>
          <a:ext cx="0" cy="0"/>
          <a:chOff x="0" y="0"/>
          <a:chExt cx="0" cy="0"/>
        </a:xfrm>
      </p:grpSpPr>
      <p:sp>
        <p:nvSpPr>
          <p:cNvPr id="175" name="Google Shape;175;p36"/>
          <p:cNvSpPr txBox="1"/>
          <p:nvPr>
            <p:ph type="title"/>
          </p:nvPr>
        </p:nvSpPr>
        <p:spPr>
          <a:xfrm>
            <a:off x="1866898" y="1828800"/>
            <a:ext cx="8496302" cy="1010093"/>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36"/>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36"/>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6"/>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9" name="Google Shape;179;p36"/>
          <p:cNvSpPr txBox="1"/>
          <p:nvPr>
            <p:ph idx="1" type="body"/>
          </p:nvPr>
        </p:nvSpPr>
        <p:spPr>
          <a:xfrm>
            <a:off x="1866900" y="3168292"/>
            <a:ext cx="8496300" cy="262540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8">
  <p:cSld name="Content 8">
    <p:spTree>
      <p:nvGrpSpPr>
        <p:cNvPr id="180" name="Shape 180"/>
        <p:cNvGrpSpPr/>
        <p:nvPr/>
      </p:nvGrpSpPr>
      <p:grpSpPr>
        <a:xfrm>
          <a:off x="0" y="0"/>
          <a:ext cx="0" cy="0"/>
          <a:chOff x="0" y="0"/>
          <a:chExt cx="0" cy="0"/>
        </a:xfrm>
      </p:grpSpPr>
      <p:sp>
        <p:nvSpPr>
          <p:cNvPr id="181" name="Google Shape;181;p37"/>
          <p:cNvSpPr txBox="1"/>
          <p:nvPr>
            <p:ph type="title"/>
          </p:nvPr>
        </p:nvSpPr>
        <p:spPr>
          <a:xfrm>
            <a:off x="432393" y="1126457"/>
            <a:ext cx="3667167" cy="2889283"/>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7"/>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37"/>
          <p:cNvSpPr txBox="1"/>
          <p:nvPr>
            <p:ph idx="10" type="dt"/>
          </p:nvPr>
        </p:nvSpPr>
        <p:spPr>
          <a:xfrm>
            <a:off x="4857677" y="214858"/>
            <a:ext cx="15227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7"/>
          <p:cNvSpPr txBox="1"/>
          <p:nvPr>
            <p:ph idx="12" type="sldNum"/>
          </p:nvPr>
        </p:nvSpPr>
        <p:spPr>
          <a:xfrm>
            <a:off x="11291258"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5" name="Google Shape;185;p37"/>
          <p:cNvSpPr txBox="1"/>
          <p:nvPr>
            <p:ph idx="1" type="body"/>
          </p:nvPr>
        </p:nvSpPr>
        <p:spPr>
          <a:xfrm>
            <a:off x="4857677" y="1126457"/>
            <a:ext cx="5848423" cy="51219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9">
  <p:cSld name="Content 9">
    <p:spTree>
      <p:nvGrpSpPr>
        <p:cNvPr id="186" name="Shape 186"/>
        <p:cNvGrpSpPr/>
        <p:nvPr/>
      </p:nvGrpSpPr>
      <p:grpSpPr>
        <a:xfrm>
          <a:off x="0" y="0"/>
          <a:ext cx="0" cy="0"/>
          <a:chOff x="0" y="0"/>
          <a:chExt cx="0" cy="0"/>
        </a:xfrm>
      </p:grpSpPr>
      <p:sp>
        <p:nvSpPr>
          <p:cNvPr id="187" name="Google Shape;187;p38"/>
          <p:cNvSpPr txBox="1"/>
          <p:nvPr>
            <p:ph type="title"/>
          </p:nvPr>
        </p:nvSpPr>
        <p:spPr>
          <a:xfrm>
            <a:off x="432393" y="1126457"/>
            <a:ext cx="2920407" cy="2889283"/>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38"/>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38"/>
          <p:cNvSpPr txBox="1"/>
          <p:nvPr>
            <p:ph idx="10" type="dt"/>
          </p:nvPr>
        </p:nvSpPr>
        <p:spPr>
          <a:xfrm>
            <a:off x="4055522" y="214858"/>
            <a:ext cx="181187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38"/>
          <p:cNvSpPr txBox="1"/>
          <p:nvPr>
            <p:ph idx="12" type="sldNum"/>
          </p:nvPr>
        </p:nvSpPr>
        <p:spPr>
          <a:xfrm>
            <a:off x="11291258"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1" name="Google Shape;191;p38"/>
          <p:cNvSpPr txBox="1"/>
          <p:nvPr>
            <p:ph idx="1" type="body"/>
          </p:nvPr>
        </p:nvSpPr>
        <p:spPr>
          <a:xfrm>
            <a:off x="4055523" y="1126457"/>
            <a:ext cx="7503203" cy="51219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192" name="Shape 192"/>
        <p:cNvGrpSpPr/>
        <p:nvPr/>
      </p:nvGrpSpPr>
      <p:grpSpPr>
        <a:xfrm>
          <a:off x="0" y="0"/>
          <a:ext cx="0" cy="0"/>
          <a:chOff x="0" y="0"/>
          <a:chExt cx="0" cy="0"/>
        </a:xfrm>
      </p:grpSpPr>
      <p:sp>
        <p:nvSpPr>
          <p:cNvPr id="193" name="Google Shape;193;p39"/>
          <p:cNvSpPr txBox="1"/>
          <p:nvPr>
            <p:ph type="title"/>
          </p:nvPr>
        </p:nvSpPr>
        <p:spPr>
          <a:xfrm>
            <a:off x="428436" y="1115568"/>
            <a:ext cx="2505264" cy="162412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39"/>
          <p:cNvSpPr txBox="1"/>
          <p:nvPr>
            <p:ph idx="11" type="ftr"/>
          </p:nvPr>
        </p:nvSpPr>
        <p:spPr>
          <a:xfrm>
            <a:off x="429768" y="219456"/>
            <a:ext cx="268404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9"/>
          <p:cNvSpPr txBox="1"/>
          <p:nvPr>
            <p:ph idx="10" type="dt"/>
          </p:nvPr>
        </p:nvSpPr>
        <p:spPr>
          <a:xfrm>
            <a:off x="3374064" y="215823"/>
            <a:ext cx="14859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39"/>
          <p:cNvSpPr txBox="1"/>
          <p:nvPr>
            <p:ph idx="12" type="sldNum"/>
          </p:nvPr>
        </p:nvSpPr>
        <p:spPr>
          <a:xfrm>
            <a:off x="11298242" y="215823"/>
            <a:ext cx="549272"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7" name="Google Shape;197;p39"/>
          <p:cNvSpPr txBox="1"/>
          <p:nvPr>
            <p:ph idx="1" type="body"/>
          </p:nvPr>
        </p:nvSpPr>
        <p:spPr>
          <a:xfrm>
            <a:off x="428436" y="3028523"/>
            <a:ext cx="2505264" cy="3410378"/>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198" name="Google Shape;198;p39"/>
          <p:cNvPicPr preferRelativeResize="0"/>
          <p:nvPr>
            <p:ph idx="2" type="pic"/>
          </p:nvPr>
        </p:nvPicPr>
        <p:blipFill/>
        <p:spPr>
          <a:xfrm>
            <a:off x="3374064" y="1181100"/>
            <a:ext cx="8817936" cy="5676900"/>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p:cSld name="Content with Picture 2">
    <p:spTree>
      <p:nvGrpSpPr>
        <p:cNvPr id="199" name="Shape 199"/>
        <p:cNvGrpSpPr/>
        <p:nvPr/>
      </p:nvGrpSpPr>
      <p:grpSpPr>
        <a:xfrm>
          <a:off x="0" y="0"/>
          <a:ext cx="0" cy="0"/>
          <a:chOff x="0" y="0"/>
          <a:chExt cx="0" cy="0"/>
        </a:xfrm>
      </p:grpSpPr>
      <p:sp>
        <p:nvSpPr>
          <p:cNvPr id="200" name="Google Shape;200;p40"/>
          <p:cNvSpPr txBox="1"/>
          <p:nvPr>
            <p:ph type="title"/>
          </p:nvPr>
        </p:nvSpPr>
        <p:spPr>
          <a:xfrm>
            <a:off x="8815467" y="1115568"/>
            <a:ext cx="2505264" cy="162412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40"/>
          <p:cNvSpPr txBox="1"/>
          <p:nvPr>
            <p:ph idx="11" type="ftr"/>
          </p:nvPr>
        </p:nvSpPr>
        <p:spPr>
          <a:xfrm>
            <a:off x="429768" y="219456"/>
            <a:ext cx="268404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40"/>
          <p:cNvSpPr txBox="1"/>
          <p:nvPr>
            <p:ph idx="10" type="dt"/>
          </p:nvPr>
        </p:nvSpPr>
        <p:spPr>
          <a:xfrm>
            <a:off x="8815467" y="215823"/>
            <a:ext cx="1899259"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40"/>
          <p:cNvSpPr txBox="1"/>
          <p:nvPr>
            <p:ph idx="12" type="sldNum"/>
          </p:nvPr>
        </p:nvSpPr>
        <p:spPr>
          <a:xfrm>
            <a:off x="11296650" y="215823"/>
            <a:ext cx="538545"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04" name="Google Shape;204;p40"/>
          <p:cNvPicPr preferRelativeResize="0"/>
          <p:nvPr>
            <p:ph idx="2" type="pic"/>
          </p:nvPr>
        </p:nvPicPr>
        <p:blipFill/>
        <p:spPr>
          <a:xfrm>
            <a:off x="-1" y="1181100"/>
            <a:ext cx="8356833" cy="5676900"/>
          </a:xfrm>
          <a:prstGeom prst="rect">
            <a:avLst/>
          </a:prstGeom>
          <a:blipFill rotWithShape="1">
            <a:blip r:embed="rId2">
              <a:alphaModFix amt="65000"/>
            </a:blip>
            <a:stretch>
              <a:fillRect b="0" l="0" r="0" t="0"/>
            </a:stretch>
          </a:blipFill>
          <a:ln>
            <a:noFill/>
          </a:ln>
        </p:spPr>
      </p:pic>
      <p:sp>
        <p:nvSpPr>
          <p:cNvPr id="205" name="Google Shape;205;p40"/>
          <p:cNvSpPr txBox="1"/>
          <p:nvPr>
            <p:ph idx="1" type="body"/>
          </p:nvPr>
        </p:nvSpPr>
        <p:spPr>
          <a:xfrm>
            <a:off x="8815467" y="3646713"/>
            <a:ext cx="2505264" cy="2728687"/>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p:cSld name="Content with Picture 3">
    <p:spTree>
      <p:nvGrpSpPr>
        <p:cNvPr id="206" name="Shape 206"/>
        <p:cNvGrpSpPr/>
        <p:nvPr/>
      </p:nvGrpSpPr>
      <p:grpSpPr>
        <a:xfrm>
          <a:off x="0" y="0"/>
          <a:ext cx="0" cy="0"/>
          <a:chOff x="0" y="0"/>
          <a:chExt cx="0" cy="0"/>
        </a:xfrm>
      </p:grpSpPr>
      <p:sp>
        <p:nvSpPr>
          <p:cNvPr id="207" name="Google Shape;207;p41"/>
          <p:cNvSpPr txBox="1"/>
          <p:nvPr>
            <p:ph type="title"/>
          </p:nvPr>
        </p:nvSpPr>
        <p:spPr>
          <a:xfrm>
            <a:off x="419100" y="1115568"/>
            <a:ext cx="4000500" cy="1352516"/>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41"/>
          <p:cNvSpPr txBox="1"/>
          <p:nvPr>
            <p:ph idx="11" type="ftr"/>
          </p:nvPr>
        </p:nvSpPr>
        <p:spPr>
          <a:xfrm>
            <a:off x="419100" y="219456"/>
            <a:ext cx="272793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41"/>
          <p:cNvSpPr txBox="1"/>
          <p:nvPr>
            <p:ph idx="10" type="dt"/>
          </p:nvPr>
        </p:nvSpPr>
        <p:spPr>
          <a:xfrm>
            <a:off x="4847899" y="219456"/>
            <a:ext cx="1747774"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41"/>
          <p:cNvSpPr txBox="1"/>
          <p:nvPr>
            <p:ph idx="12" type="sldNum"/>
          </p:nvPr>
        </p:nvSpPr>
        <p:spPr>
          <a:xfrm>
            <a:off x="11293948" y="216280"/>
            <a:ext cx="551113"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1" name="Google Shape;211;p41"/>
          <p:cNvSpPr txBox="1"/>
          <p:nvPr>
            <p:ph idx="1" type="body"/>
          </p:nvPr>
        </p:nvSpPr>
        <p:spPr>
          <a:xfrm>
            <a:off x="4847899" y="1104900"/>
            <a:ext cx="6925002" cy="135251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Font typeface="Arial"/>
              <a:buNone/>
              <a:defRPr sz="1400"/>
            </a:lvl1pPr>
            <a:lvl2pPr indent="-228600" lvl="1" marL="914400" algn="l">
              <a:lnSpc>
                <a:spcPct val="120000"/>
              </a:lnSpc>
              <a:spcBef>
                <a:spcPts val="500"/>
              </a:spcBef>
              <a:spcAft>
                <a:spcPts val="0"/>
              </a:spcAft>
              <a:buClr>
                <a:schemeClr val="lt1"/>
              </a:buClr>
              <a:buSzPts val="1400"/>
              <a:buFont typeface="Arial"/>
              <a:buNone/>
              <a:defRPr sz="1400"/>
            </a:lvl2pPr>
            <a:lvl3pPr indent="-228600" lvl="2" marL="1371600" algn="l">
              <a:lnSpc>
                <a:spcPct val="120000"/>
              </a:lnSpc>
              <a:spcBef>
                <a:spcPts val="500"/>
              </a:spcBef>
              <a:spcAft>
                <a:spcPts val="0"/>
              </a:spcAft>
              <a:buClr>
                <a:schemeClr val="lt1"/>
              </a:buClr>
              <a:buSzPts val="1400"/>
              <a:buFont typeface="Arial"/>
              <a:buNone/>
              <a:defRPr sz="1400"/>
            </a:lvl3pPr>
            <a:lvl4pPr indent="-228600" lvl="3" marL="1828800" algn="l">
              <a:lnSpc>
                <a:spcPct val="120000"/>
              </a:lnSpc>
              <a:spcBef>
                <a:spcPts val="500"/>
              </a:spcBef>
              <a:spcAft>
                <a:spcPts val="0"/>
              </a:spcAft>
              <a:buClr>
                <a:schemeClr val="lt1"/>
              </a:buClr>
              <a:buSzPts val="1400"/>
              <a:buFont typeface="Arial"/>
              <a:buNone/>
              <a:defRPr sz="1400"/>
            </a:lvl4pPr>
            <a:lvl5pPr indent="-228600" lvl="4" marL="2286000" algn="l">
              <a:lnSpc>
                <a:spcPct val="120000"/>
              </a:lnSpc>
              <a:spcBef>
                <a:spcPts val="500"/>
              </a:spcBef>
              <a:spcAft>
                <a:spcPts val="0"/>
              </a:spcAft>
              <a:buClr>
                <a:schemeClr val="lt1"/>
              </a:buClr>
              <a:buSzPts val="1400"/>
              <a:buFont typeface="Arial"/>
              <a:buNone/>
              <a:defRPr sz="1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12" name="Google Shape;212;p41"/>
          <p:cNvPicPr preferRelativeResize="0"/>
          <p:nvPr>
            <p:ph idx="2" type="pic"/>
          </p:nvPr>
        </p:nvPicPr>
        <p:blipFill/>
        <p:spPr>
          <a:xfrm>
            <a:off x="0" y="2938509"/>
            <a:ext cx="12192000" cy="3919491"/>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p:cSld name="Content with Picture 4">
    <p:spTree>
      <p:nvGrpSpPr>
        <p:cNvPr id="213" name="Shape 213"/>
        <p:cNvGrpSpPr/>
        <p:nvPr/>
      </p:nvGrpSpPr>
      <p:grpSpPr>
        <a:xfrm>
          <a:off x="0" y="0"/>
          <a:ext cx="0" cy="0"/>
          <a:chOff x="0" y="0"/>
          <a:chExt cx="0" cy="0"/>
        </a:xfrm>
      </p:grpSpPr>
      <p:sp>
        <p:nvSpPr>
          <p:cNvPr id="214" name="Google Shape;214;p42"/>
          <p:cNvSpPr txBox="1"/>
          <p:nvPr>
            <p:ph type="title"/>
          </p:nvPr>
        </p:nvSpPr>
        <p:spPr>
          <a:xfrm>
            <a:off x="419100" y="1115568"/>
            <a:ext cx="2514600" cy="2918919"/>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42"/>
          <p:cNvSpPr txBox="1"/>
          <p:nvPr>
            <p:ph idx="11" type="ftr"/>
          </p:nvPr>
        </p:nvSpPr>
        <p:spPr>
          <a:xfrm>
            <a:off x="432393" y="214858"/>
            <a:ext cx="25146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16" name="Google Shape;216;p42"/>
          <p:cNvPicPr preferRelativeResize="0"/>
          <p:nvPr>
            <p:ph idx="2" type="pic"/>
          </p:nvPr>
        </p:nvPicPr>
        <p:blipFill/>
        <p:spPr>
          <a:xfrm>
            <a:off x="3423747" y="0"/>
            <a:ext cx="8768253" cy="3985719"/>
          </a:xfrm>
          <a:prstGeom prst="rect">
            <a:avLst/>
          </a:prstGeom>
          <a:blipFill rotWithShape="1">
            <a:blip r:embed="rId2">
              <a:alphaModFix amt="65000"/>
            </a:blip>
            <a:stretch>
              <a:fillRect b="0" l="0" r="0" t="0"/>
            </a:stretch>
          </a:blipFill>
          <a:ln>
            <a:noFill/>
          </a:ln>
        </p:spPr>
      </p:pic>
      <p:sp>
        <p:nvSpPr>
          <p:cNvPr id="217" name="Google Shape;217;p42"/>
          <p:cNvSpPr txBox="1"/>
          <p:nvPr>
            <p:ph idx="10" type="dt"/>
          </p:nvPr>
        </p:nvSpPr>
        <p:spPr>
          <a:xfrm>
            <a:off x="3352800" y="407762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2"/>
          <p:cNvSpPr txBox="1"/>
          <p:nvPr>
            <p:ph idx="12" type="sldNum"/>
          </p:nvPr>
        </p:nvSpPr>
        <p:spPr>
          <a:xfrm>
            <a:off x="11291657" y="407762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19" name="Google Shape;219;p42"/>
          <p:cNvSpPr txBox="1"/>
          <p:nvPr>
            <p:ph idx="1" type="body"/>
          </p:nvPr>
        </p:nvSpPr>
        <p:spPr>
          <a:xfrm>
            <a:off x="3352800" y="4423576"/>
            <a:ext cx="8420100" cy="182482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p:cSld name="Content with Picture 5">
    <p:spTree>
      <p:nvGrpSpPr>
        <p:cNvPr id="220" name="Shape 220"/>
        <p:cNvGrpSpPr/>
        <p:nvPr/>
      </p:nvGrpSpPr>
      <p:grpSpPr>
        <a:xfrm>
          <a:off x="0" y="0"/>
          <a:ext cx="0" cy="0"/>
          <a:chOff x="0" y="0"/>
          <a:chExt cx="0" cy="0"/>
        </a:xfrm>
      </p:grpSpPr>
      <p:sp>
        <p:nvSpPr>
          <p:cNvPr id="221" name="Google Shape;221;p43"/>
          <p:cNvSpPr txBox="1"/>
          <p:nvPr>
            <p:ph type="title"/>
          </p:nvPr>
        </p:nvSpPr>
        <p:spPr>
          <a:xfrm>
            <a:off x="7777906" y="1115568"/>
            <a:ext cx="3608254" cy="138958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43"/>
          <p:cNvSpPr txBox="1"/>
          <p:nvPr>
            <p:ph idx="11" type="ftr"/>
          </p:nvPr>
        </p:nvSpPr>
        <p:spPr>
          <a:xfrm>
            <a:off x="429768" y="219456"/>
            <a:ext cx="2647915"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43"/>
          <p:cNvSpPr txBox="1"/>
          <p:nvPr>
            <p:ph idx="10" type="dt"/>
          </p:nvPr>
        </p:nvSpPr>
        <p:spPr>
          <a:xfrm>
            <a:off x="7777905" y="219456"/>
            <a:ext cx="1586711"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43"/>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25" name="Google Shape;225;p43"/>
          <p:cNvPicPr preferRelativeResize="0"/>
          <p:nvPr>
            <p:ph idx="2" type="pic"/>
          </p:nvPr>
        </p:nvPicPr>
        <p:blipFill/>
        <p:spPr>
          <a:xfrm>
            <a:off x="0" y="1181100"/>
            <a:ext cx="7336219" cy="5676900"/>
          </a:xfrm>
          <a:prstGeom prst="rect">
            <a:avLst/>
          </a:prstGeom>
          <a:blipFill rotWithShape="1">
            <a:blip r:embed="rId2">
              <a:alphaModFix amt="65000"/>
            </a:blip>
            <a:stretch>
              <a:fillRect b="0" l="0" r="0" t="0"/>
            </a:stretch>
          </a:blipFill>
          <a:ln>
            <a:noFill/>
          </a:ln>
        </p:spPr>
      </p:pic>
      <p:sp>
        <p:nvSpPr>
          <p:cNvPr id="226" name="Google Shape;226;p43"/>
          <p:cNvSpPr txBox="1"/>
          <p:nvPr>
            <p:ph idx="1" type="body"/>
          </p:nvPr>
        </p:nvSpPr>
        <p:spPr>
          <a:xfrm>
            <a:off x="7777904" y="2705100"/>
            <a:ext cx="3608255" cy="3733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p:cSld name="Content with Picture 6">
    <p:spTree>
      <p:nvGrpSpPr>
        <p:cNvPr id="227" name="Shape 227"/>
        <p:cNvGrpSpPr/>
        <p:nvPr/>
      </p:nvGrpSpPr>
      <p:grpSpPr>
        <a:xfrm>
          <a:off x="0" y="0"/>
          <a:ext cx="0" cy="0"/>
          <a:chOff x="0" y="0"/>
          <a:chExt cx="0" cy="0"/>
        </a:xfrm>
      </p:grpSpPr>
      <p:sp>
        <p:nvSpPr>
          <p:cNvPr id="228" name="Google Shape;228;p44"/>
          <p:cNvSpPr txBox="1"/>
          <p:nvPr>
            <p:ph type="title"/>
          </p:nvPr>
        </p:nvSpPr>
        <p:spPr>
          <a:xfrm>
            <a:off x="5881339" y="1115568"/>
            <a:ext cx="5247577" cy="994131"/>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44"/>
          <p:cNvSpPr txBox="1"/>
          <p:nvPr>
            <p:ph idx="11" type="ftr"/>
          </p:nvPr>
        </p:nvSpPr>
        <p:spPr>
          <a:xfrm>
            <a:off x="429768" y="219456"/>
            <a:ext cx="29337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44"/>
          <p:cNvSpPr txBox="1"/>
          <p:nvPr>
            <p:ph idx="10" type="dt"/>
          </p:nvPr>
        </p:nvSpPr>
        <p:spPr>
          <a:xfrm>
            <a:off x="5896579" y="209088"/>
            <a:ext cx="1844044"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4"/>
          <p:cNvSpPr txBox="1"/>
          <p:nvPr>
            <p:ph idx="12" type="sldNum"/>
          </p:nvPr>
        </p:nvSpPr>
        <p:spPr>
          <a:xfrm>
            <a:off x="11334185" y="20908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32" name="Google Shape;232;p44"/>
          <p:cNvPicPr preferRelativeResize="0"/>
          <p:nvPr>
            <p:ph idx="2" type="pic"/>
          </p:nvPr>
        </p:nvPicPr>
        <p:blipFill/>
        <p:spPr>
          <a:xfrm>
            <a:off x="0" y="1181100"/>
            <a:ext cx="5247577" cy="5676900"/>
          </a:xfrm>
          <a:prstGeom prst="rect">
            <a:avLst/>
          </a:prstGeom>
          <a:blipFill rotWithShape="1">
            <a:blip r:embed="rId2">
              <a:alphaModFix amt="65000"/>
            </a:blip>
            <a:stretch>
              <a:fillRect b="0" l="0" r="0" t="0"/>
            </a:stretch>
          </a:blipFill>
          <a:ln>
            <a:noFill/>
          </a:ln>
        </p:spPr>
      </p:pic>
      <p:sp>
        <p:nvSpPr>
          <p:cNvPr id="233" name="Google Shape;233;p44"/>
          <p:cNvSpPr txBox="1"/>
          <p:nvPr>
            <p:ph idx="1" type="body"/>
          </p:nvPr>
        </p:nvSpPr>
        <p:spPr>
          <a:xfrm>
            <a:off x="5881339" y="2133600"/>
            <a:ext cx="5247577" cy="41148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p:cSld name="Content with Picture 7">
    <p:spTree>
      <p:nvGrpSpPr>
        <p:cNvPr id="234" name="Shape 234"/>
        <p:cNvGrpSpPr/>
        <p:nvPr/>
      </p:nvGrpSpPr>
      <p:grpSpPr>
        <a:xfrm>
          <a:off x="0" y="0"/>
          <a:ext cx="0" cy="0"/>
          <a:chOff x="0" y="0"/>
          <a:chExt cx="0" cy="0"/>
        </a:xfrm>
      </p:grpSpPr>
      <p:sp>
        <p:nvSpPr>
          <p:cNvPr id="235" name="Google Shape;235;p45"/>
          <p:cNvSpPr txBox="1"/>
          <p:nvPr>
            <p:ph type="title"/>
          </p:nvPr>
        </p:nvSpPr>
        <p:spPr>
          <a:xfrm>
            <a:off x="419099" y="1115568"/>
            <a:ext cx="4643555" cy="16002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 name="Google Shape;236;p45"/>
          <p:cNvSpPr txBox="1"/>
          <p:nvPr>
            <p:ph idx="11" type="ftr"/>
          </p:nvPr>
        </p:nvSpPr>
        <p:spPr>
          <a:xfrm>
            <a:off x="419100" y="205546"/>
            <a:ext cx="2478874"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45"/>
          <p:cNvSpPr txBox="1"/>
          <p:nvPr>
            <p:ph idx="10" type="dt"/>
          </p:nvPr>
        </p:nvSpPr>
        <p:spPr>
          <a:xfrm>
            <a:off x="5867399" y="208604"/>
            <a:ext cx="2450799"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5"/>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39" name="Google Shape;239;p45"/>
          <p:cNvPicPr preferRelativeResize="0"/>
          <p:nvPr>
            <p:ph idx="2" type="pic"/>
          </p:nvPr>
        </p:nvPicPr>
        <p:blipFill/>
        <p:spPr>
          <a:xfrm>
            <a:off x="5964766" y="1181100"/>
            <a:ext cx="5352086" cy="2615648"/>
          </a:xfrm>
          <a:prstGeom prst="rect">
            <a:avLst/>
          </a:prstGeom>
          <a:blipFill rotWithShape="1">
            <a:blip r:embed="rId2">
              <a:alphaModFix amt="65000"/>
            </a:blip>
            <a:stretch>
              <a:fillRect b="0" l="0" r="0" t="0"/>
            </a:stretch>
          </a:blipFill>
          <a:ln>
            <a:noFill/>
          </a:ln>
        </p:spPr>
      </p:pic>
      <p:sp>
        <p:nvSpPr>
          <p:cNvPr id="240" name="Google Shape;240;p45"/>
          <p:cNvSpPr txBox="1"/>
          <p:nvPr>
            <p:ph idx="1" type="body"/>
          </p:nvPr>
        </p:nvSpPr>
        <p:spPr>
          <a:xfrm>
            <a:off x="5867398" y="4055164"/>
            <a:ext cx="5449453" cy="21932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p:cSld name="Content with Picture 8">
    <p:spTree>
      <p:nvGrpSpPr>
        <p:cNvPr id="241" name="Shape 241"/>
        <p:cNvGrpSpPr/>
        <p:nvPr/>
      </p:nvGrpSpPr>
      <p:grpSpPr>
        <a:xfrm>
          <a:off x="0" y="0"/>
          <a:ext cx="0" cy="0"/>
          <a:chOff x="0" y="0"/>
          <a:chExt cx="0" cy="0"/>
        </a:xfrm>
      </p:grpSpPr>
      <p:sp>
        <p:nvSpPr>
          <p:cNvPr id="242" name="Google Shape;242;p46"/>
          <p:cNvSpPr txBox="1"/>
          <p:nvPr>
            <p:ph type="title"/>
          </p:nvPr>
        </p:nvSpPr>
        <p:spPr>
          <a:xfrm>
            <a:off x="426057" y="1115568"/>
            <a:ext cx="3607670" cy="3170545"/>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6"/>
          <p:cNvSpPr txBox="1"/>
          <p:nvPr>
            <p:ph idx="11" type="ftr"/>
          </p:nvPr>
        </p:nvSpPr>
        <p:spPr>
          <a:xfrm>
            <a:off x="429768" y="214858"/>
            <a:ext cx="259710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6"/>
          <p:cNvSpPr txBox="1"/>
          <p:nvPr>
            <p:ph idx="10" type="dt"/>
          </p:nvPr>
        </p:nvSpPr>
        <p:spPr>
          <a:xfrm>
            <a:off x="4845909" y="214858"/>
            <a:ext cx="1586711"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6"/>
          <p:cNvSpPr txBox="1"/>
          <p:nvPr>
            <p:ph idx="12" type="sldNum"/>
          </p:nvPr>
        </p:nvSpPr>
        <p:spPr>
          <a:xfrm>
            <a:off x="11297610"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6" name="Google Shape;246;p46"/>
          <p:cNvSpPr txBox="1"/>
          <p:nvPr>
            <p:ph idx="1" type="body"/>
          </p:nvPr>
        </p:nvSpPr>
        <p:spPr>
          <a:xfrm>
            <a:off x="4845909" y="1112672"/>
            <a:ext cx="6926991" cy="196780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Font typeface="Arial"/>
              <a:buNone/>
              <a:defRPr sz="1400"/>
            </a:lvl1pPr>
            <a:lvl2pPr indent="-228600" lvl="1" marL="914400" algn="l">
              <a:lnSpc>
                <a:spcPct val="120000"/>
              </a:lnSpc>
              <a:spcBef>
                <a:spcPts val="500"/>
              </a:spcBef>
              <a:spcAft>
                <a:spcPts val="0"/>
              </a:spcAft>
              <a:buClr>
                <a:schemeClr val="lt1"/>
              </a:buClr>
              <a:buSzPts val="1400"/>
              <a:buFont typeface="Arial"/>
              <a:buNone/>
              <a:defRPr sz="1400"/>
            </a:lvl2pPr>
            <a:lvl3pPr indent="-228600" lvl="2" marL="1371600" algn="l">
              <a:lnSpc>
                <a:spcPct val="120000"/>
              </a:lnSpc>
              <a:spcBef>
                <a:spcPts val="500"/>
              </a:spcBef>
              <a:spcAft>
                <a:spcPts val="0"/>
              </a:spcAft>
              <a:buClr>
                <a:schemeClr val="lt1"/>
              </a:buClr>
              <a:buSzPts val="1400"/>
              <a:buFont typeface="Arial"/>
              <a:buNone/>
              <a:defRPr sz="1400"/>
            </a:lvl3pPr>
            <a:lvl4pPr indent="-228600" lvl="3" marL="1828800" algn="l">
              <a:lnSpc>
                <a:spcPct val="120000"/>
              </a:lnSpc>
              <a:spcBef>
                <a:spcPts val="500"/>
              </a:spcBef>
              <a:spcAft>
                <a:spcPts val="0"/>
              </a:spcAft>
              <a:buClr>
                <a:schemeClr val="lt1"/>
              </a:buClr>
              <a:buSzPts val="1400"/>
              <a:buFont typeface="Arial"/>
              <a:buNone/>
              <a:defRPr sz="1400"/>
            </a:lvl4pPr>
            <a:lvl5pPr indent="-228600" lvl="4" marL="2286000" algn="l">
              <a:lnSpc>
                <a:spcPct val="120000"/>
              </a:lnSpc>
              <a:spcBef>
                <a:spcPts val="500"/>
              </a:spcBef>
              <a:spcAft>
                <a:spcPts val="0"/>
              </a:spcAft>
              <a:buClr>
                <a:schemeClr val="lt1"/>
              </a:buClr>
              <a:buSzPts val="1400"/>
              <a:buFont typeface="Arial"/>
              <a:buNone/>
              <a:defRPr sz="1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47" name="Google Shape;247;p46"/>
          <p:cNvPicPr preferRelativeResize="0"/>
          <p:nvPr>
            <p:ph idx="2" type="pic"/>
          </p:nvPr>
        </p:nvPicPr>
        <p:blipFill/>
        <p:spPr>
          <a:xfrm>
            <a:off x="4903079" y="3500203"/>
            <a:ext cx="7288921" cy="3357797"/>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p:cSld name="Content with Picture 9">
    <p:spTree>
      <p:nvGrpSpPr>
        <p:cNvPr id="248" name="Shape 248"/>
        <p:cNvGrpSpPr/>
        <p:nvPr/>
      </p:nvGrpSpPr>
      <p:grpSpPr>
        <a:xfrm>
          <a:off x="0" y="0"/>
          <a:ext cx="0" cy="0"/>
          <a:chOff x="0" y="0"/>
          <a:chExt cx="0" cy="0"/>
        </a:xfrm>
      </p:grpSpPr>
      <p:sp>
        <p:nvSpPr>
          <p:cNvPr id="249" name="Google Shape;249;p47"/>
          <p:cNvSpPr txBox="1"/>
          <p:nvPr>
            <p:ph type="title"/>
          </p:nvPr>
        </p:nvSpPr>
        <p:spPr>
          <a:xfrm>
            <a:off x="432393" y="3429001"/>
            <a:ext cx="2501307" cy="255198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0" name="Google Shape;250;p47"/>
          <p:cNvPicPr preferRelativeResize="0"/>
          <p:nvPr>
            <p:ph idx="2" type="pic"/>
          </p:nvPr>
        </p:nvPicPr>
        <p:blipFill/>
        <p:spPr>
          <a:xfrm>
            <a:off x="0" y="1"/>
            <a:ext cx="12192000" cy="2705099"/>
          </a:xfrm>
          <a:prstGeom prst="rect">
            <a:avLst/>
          </a:prstGeom>
          <a:blipFill rotWithShape="1">
            <a:blip r:embed="rId2">
              <a:alphaModFix amt="60000"/>
            </a:blip>
            <a:stretch>
              <a:fillRect b="0" l="0" r="0" t="0"/>
            </a:stretch>
          </a:blipFill>
          <a:ln>
            <a:noFill/>
          </a:ln>
        </p:spPr>
      </p:pic>
      <p:sp>
        <p:nvSpPr>
          <p:cNvPr id="251" name="Google Shape;251;p47"/>
          <p:cNvSpPr txBox="1"/>
          <p:nvPr>
            <p:ph idx="11" type="ftr"/>
          </p:nvPr>
        </p:nvSpPr>
        <p:spPr>
          <a:xfrm>
            <a:off x="432393" y="2865290"/>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47"/>
          <p:cNvSpPr txBox="1"/>
          <p:nvPr>
            <p:ph idx="10" type="dt"/>
          </p:nvPr>
        </p:nvSpPr>
        <p:spPr>
          <a:xfrm>
            <a:off x="3352799" y="2865290"/>
            <a:ext cx="1967345"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47"/>
          <p:cNvSpPr txBox="1"/>
          <p:nvPr>
            <p:ph idx="12" type="sldNum"/>
          </p:nvPr>
        </p:nvSpPr>
        <p:spPr>
          <a:xfrm>
            <a:off x="11291657" y="2865290"/>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4" name="Google Shape;254;p47"/>
          <p:cNvSpPr txBox="1"/>
          <p:nvPr>
            <p:ph idx="1" type="body"/>
          </p:nvPr>
        </p:nvSpPr>
        <p:spPr>
          <a:xfrm>
            <a:off x="3352800" y="3429000"/>
            <a:ext cx="8210204" cy="30099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Font typeface="Arial"/>
              <a:buNone/>
              <a:defRPr sz="1400"/>
            </a:lvl1pPr>
            <a:lvl2pPr indent="-228600" lvl="1" marL="914400" algn="l">
              <a:lnSpc>
                <a:spcPct val="120000"/>
              </a:lnSpc>
              <a:spcBef>
                <a:spcPts val="500"/>
              </a:spcBef>
              <a:spcAft>
                <a:spcPts val="0"/>
              </a:spcAft>
              <a:buClr>
                <a:schemeClr val="lt1"/>
              </a:buClr>
              <a:buSzPts val="1400"/>
              <a:buFont typeface="Arial"/>
              <a:buNone/>
              <a:defRPr sz="1400"/>
            </a:lvl2pPr>
            <a:lvl3pPr indent="-228600" lvl="2" marL="1371600" algn="l">
              <a:lnSpc>
                <a:spcPct val="120000"/>
              </a:lnSpc>
              <a:spcBef>
                <a:spcPts val="500"/>
              </a:spcBef>
              <a:spcAft>
                <a:spcPts val="0"/>
              </a:spcAft>
              <a:buClr>
                <a:schemeClr val="lt1"/>
              </a:buClr>
              <a:buSzPts val="1400"/>
              <a:buFont typeface="Arial"/>
              <a:buNone/>
              <a:defRPr sz="1400"/>
            </a:lvl3pPr>
            <a:lvl4pPr indent="-228600" lvl="3" marL="1828800" algn="l">
              <a:lnSpc>
                <a:spcPct val="120000"/>
              </a:lnSpc>
              <a:spcBef>
                <a:spcPts val="500"/>
              </a:spcBef>
              <a:spcAft>
                <a:spcPts val="0"/>
              </a:spcAft>
              <a:buClr>
                <a:schemeClr val="lt1"/>
              </a:buClr>
              <a:buSzPts val="1400"/>
              <a:buFont typeface="Arial"/>
              <a:buNone/>
              <a:defRPr sz="1400"/>
            </a:lvl4pPr>
            <a:lvl5pPr indent="-228600" lvl="4" marL="2286000" algn="l">
              <a:lnSpc>
                <a:spcPct val="120000"/>
              </a:lnSpc>
              <a:spcBef>
                <a:spcPts val="500"/>
              </a:spcBef>
              <a:spcAft>
                <a:spcPts val="0"/>
              </a:spcAft>
              <a:buClr>
                <a:schemeClr val="lt1"/>
              </a:buClr>
              <a:buSzPts val="1400"/>
              <a:buFont typeface="Arial"/>
              <a:buNone/>
              <a:defRPr sz="1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0">
  <p:cSld name="Content with Picture 10">
    <p:spTree>
      <p:nvGrpSpPr>
        <p:cNvPr id="255" name="Shape 255"/>
        <p:cNvGrpSpPr/>
        <p:nvPr/>
      </p:nvGrpSpPr>
      <p:grpSpPr>
        <a:xfrm>
          <a:off x="0" y="0"/>
          <a:ext cx="0" cy="0"/>
          <a:chOff x="0" y="0"/>
          <a:chExt cx="0" cy="0"/>
        </a:xfrm>
      </p:grpSpPr>
      <p:sp>
        <p:nvSpPr>
          <p:cNvPr id="256" name="Google Shape;256;p48"/>
          <p:cNvSpPr txBox="1"/>
          <p:nvPr>
            <p:ph type="title"/>
          </p:nvPr>
        </p:nvSpPr>
        <p:spPr>
          <a:xfrm>
            <a:off x="419101" y="1115568"/>
            <a:ext cx="2514599" cy="2463733"/>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8"/>
          <p:cNvSpPr txBox="1"/>
          <p:nvPr>
            <p:ph idx="11" type="ftr"/>
          </p:nvPr>
        </p:nvSpPr>
        <p:spPr>
          <a:xfrm>
            <a:off x="419100" y="205546"/>
            <a:ext cx="25146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48"/>
          <p:cNvSpPr txBox="1"/>
          <p:nvPr>
            <p:ph idx="10" type="dt"/>
          </p:nvPr>
        </p:nvSpPr>
        <p:spPr>
          <a:xfrm>
            <a:off x="3364832" y="208604"/>
            <a:ext cx="147386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48"/>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0" name="Google Shape;260;p48"/>
          <p:cNvSpPr txBox="1"/>
          <p:nvPr>
            <p:ph idx="1" type="body"/>
          </p:nvPr>
        </p:nvSpPr>
        <p:spPr>
          <a:xfrm>
            <a:off x="3364833" y="1106780"/>
            <a:ext cx="8286147" cy="246373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61" name="Google Shape;261;p48"/>
          <p:cNvPicPr preferRelativeResize="0"/>
          <p:nvPr>
            <p:ph idx="2" type="pic"/>
          </p:nvPr>
        </p:nvPicPr>
        <p:blipFill/>
        <p:spPr>
          <a:xfrm>
            <a:off x="3449057" y="4159154"/>
            <a:ext cx="8742943" cy="2698845"/>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1">
  <p:cSld name="Content with Picture 11">
    <p:spTree>
      <p:nvGrpSpPr>
        <p:cNvPr id="262" name="Shape 262"/>
        <p:cNvGrpSpPr/>
        <p:nvPr/>
      </p:nvGrpSpPr>
      <p:grpSpPr>
        <a:xfrm>
          <a:off x="0" y="0"/>
          <a:ext cx="0" cy="0"/>
          <a:chOff x="0" y="0"/>
          <a:chExt cx="0" cy="0"/>
        </a:xfrm>
      </p:grpSpPr>
      <p:sp>
        <p:nvSpPr>
          <p:cNvPr id="263" name="Google Shape;263;p49"/>
          <p:cNvSpPr txBox="1"/>
          <p:nvPr>
            <p:ph type="title"/>
          </p:nvPr>
        </p:nvSpPr>
        <p:spPr>
          <a:xfrm>
            <a:off x="419101" y="1115568"/>
            <a:ext cx="2514599" cy="2463733"/>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9"/>
          <p:cNvSpPr txBox="1"/>
          <p:nvPr>
            <p:ph idx="11" type="ftr"/>
          </p:nvPr>
        </p:nvSpPr>
        <p:spPr>
          <a:xfrm>
            <a:off x="419100" y="205546"/>
            <a:ext cx="25146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49"/>
          <p:cNvSpPr txBox="1"/>
          <p:nvPr>
            <p:ph idx="10" type="dt"/>
          </p:nvPr>
        </p:nvSpPr>
        <p:spPr>
          <a:xfrm>
            <a:off x="3364832" y="208604"/>
            <a:ext cx="147386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49"/>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7" name="Google Shape;267;p49"/>
          <p:cNvSpPr txBox="1"/>
          <p:nvPr>
            <p:ph idx="1" type="body"/>
          </p:nvPr>
        </p:nvSpPr>
        <p:spPr>
          <a:xfrm>
            <a:off x="3364834" y="1106780"/>
            <a:ext cx="8408066" cy="246373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lvl1pPr>
            <a:lvl2pPr indent="-228600" lvl="1" marL="914400" algn="l">
              <a:lnSpc>
                <a:spcPct val="120000"/>
              </a:lnSpc>
              <a:spcBef>
                <a:spcPts val="500"/>
              </a:spcBef>
              <a:spcAft>
                <a:spcPts val="0"/>
              </a:spcAft>
              <a:buClr>
                <a:schemeClr val="lt1"/>
              </a:buClr>
              <a:buSzPts val="1400"/>
              <a:buNone/>
              <a:defRPr/>
            </a:lvl2pPr>
            <a:lvl3pPr indent="-228600" lvl="2" marL="1371600" algn="l">
              <a:lnSpc>
                <a:spcPct val="120000"/>
              </a:lnSpc>
              <a:spcBef>
                <a:spcPts val="500"/>
              </a:spcBef>
              <a:spcAft>
                <a:spcPts val="0"/>
              </a:spcAft>
              <a:buClr>
                <a:schemeClr val="lt1"/>
              </a:buClr>
              <a:buSzPts val="1400"/>
              <a:buNone/>
              <a:defRPr/>
            </a:lvl3pPr>
            <a:lvl4pPr indent="-228600" lvl="3" marL="1828800" algn="l">
              <a:lnSpc>
                <a:spcPct val="120000"/>
              </a:lnSpc>
              <a:spcBef>
                <a:spcPts val="500"/>
              </a:spcBef>
              <a:spcAft>
                <a:spcPts val="0"/>
              </a:spcAft>
              <a:buClr>
                <a:schemeClr val="lt1"/>
              </a:buClr>
              <a:buSzPts val="1400"/>
              <a:buNone/>
              <a:defRPr/>
            </a:lvl4pPr>
            <a:lvl5pPr indent="-228600" lvl="4" marL="2286000" algn="l">
              <a:lnSpc>
                <a:spcPct val="120000"/>
              </a:lnSpc>
              <a:spcBef>
                <a:spcPts val="500"/>
              </a:spcBef>
              <a:spcAft>
                <a:spcPts val="0"/>
              </a:spcAft>
              <a:buClr>
                <a:schemeClr val="lt1"/>
              </a:buClr>
              <a:buSzPts val="14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68" name="Google Shape;268;p49"/>
          <p:cNvPicPr preferRelativeResize="0"/>
          <p:nvPr>
            <p:ph idx="2" type="pic"/>
          </p:nvPr>
        </p:nvPicPr>
        <p:blipFill/>
        <p:spPr>
          <a:xfrm>
            <a:off x="1" y="4159154"/>
            <a:ext cx="12192000" cy="2698845"/>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2">
  <p:cSld name="Content with Picture 12">
    <p:spTree>
      <p:nvGrpSpPr>
        <p:cNvPr id="269" name="Shape 269"/>
        <p:cNvGrpSpPr/>
        <p:nvPr/>
      </p:nvGrpSpPr>
      <p:grpSpPr>
        <a:xfrm>
          <a:off x="0" y="0"/>
          <a:ext cx="0" cy="0"/>
          <a:chOff x="0" y="0"/>
          <a:chExt cx="0" cy="0"/>
        </a:xfrm>
      </p:grpSpPr>
      <p:sp>
        <p:nvSpPr>
          <p:cNvPr id="270" name="Google Shape;270;p50"/>
          <p:cNvSpPr txBox="1"/>
          <p:nvPr>
            <p:ph type="title"/>
          </p:nvPr>
        </p:nvSpPr>
        <p:spPr>
          <a:xfrm>
            <a:off x="446230" y="1115568"/>
            <a:ext cx="3603256" cy="1409878"/>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50"/>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2" name="Google Shape;272;p50"/>
          <p:cNvSpPr txBox="1"/>
          <p:nvPr>
            <p:ph idx="10" type="dt"/>
          </p:nvPr>
        </p:nvSpPr>
        <p:spPr>
          <a:xfrm>
            <a:off x="4838700" y="209088"/>
            <a:ext cx="25146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50"/>
          <p:cNvSpPr txBox="1"/>
          <p:nvPr>
            <p:ph idx="12" type="sldNum"/>
          </p:nvPr>
        </p:nvSpPr>
        <p:spPr>
          <a:xfrm>
            <a:off x="11286019" y="219456"/>
            <a:ext cx="564341"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74" name="Google Shape;274;p50"/>
          <p:cNvSpPr txBox="1"/>
          <p:nvPr>
            <p:ph idx="1" type="body"/>
          </p:nvPr>
        </p:nvSpPr>
        <p:spPr>
          <a:xfrm>
            <a:off x="446230" y="2705100"/>
            <a:ext cx="3603256" cy="36957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75" name="Google Shape;275;p50"/>
          <p:cNvPicPr preferRelativeResize="0"/>
          <p:nvPr>
            <p:ph idx="2" type="pic"/>
          </p:nvPr>
        </p:nvPicPr>
        <p:blipFill/>
        <p:spPr>
          <a:xfrm>
            <a:off x="4935269" y="1175658"/>
            <a:ext cx="7256731" cy="5682342"/>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3">
  <p:cSld name="Content with Picture 13">
    <p:spTree>
      <p:nvGrpSpPr>
        <p:cNvPr id="276" name="Shape 276"/>
        <p:cNvGrpSpPr/>
        <p:nvPr/>
      </p:nvGrpSpPr>
      <p:grpSpPr>
        <a:xfrm>
          <a:off x="0" y="0"/>
          <a:ext cx="0" cy="0"/>
          <a:chOff x="0" y="0"/>
          <a:chExt cx="0" cy="0"/>
        </a:xfrm>
      </p:grpSpPr>
      <p:sp>
        <p:nvSpPr>
          <p:cNvPr id="277" name="Google Shape;277;p51"/>
          <p:cNvSpPr txBox="1"/>
          <p:nvPr>
            <p:ph type="title"/>
          </p:nvPr>
        </p:nvSpPr>
        <p:spPr>
          <a:xfrm>
            <a:off x="421602" y="1115568"/>
            <a:ext cx="6931698" cy="1002834"/>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51"/>
          <p:cNvSpPr txBox="1"/>
          <p:nvPr>
            <p:ph idx="11" type="ftr"/>
          </p:nvPr>
        </p:nvSpPr>
        <p:spPr>
          <a:xfrm>
            <a:off x="434154" y="216914"/>
            <a:ext cx="2703777"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51"/>
          <p:cNvSpPr txBox="1"/>
          <p:nvPr>
            <p:ph idx="10" type="dt"/>
          </p:nvPr>
        </p:nvSpPr>
        <p:spPr>
          <a:xfrm>
            <a:off x="7884825" y="216914"/>
            <a:ext cx="233865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51"/>
          <p:cNvSpPr txBox="1"/>
          <p:nvPr>
            <p:ph idx="12" type="sldNum"/>
          </p:nvPr>
        </p:nvSpPr>
        <p:spPr>
          <a:xfrm>
            <a:off x="11292010" y="216914"/>
            <a:ext cx="557090"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1" name="Google Shape;281;p51"/>
          <p:cNvSpPr txBox="1"/>
          <p:nvPr>
            <p:ph idx="1" type="body"/>
          </p:nvPr>
        </p:nvSpPr>
        <p:spPr>
          <a:xfrm>
            <a:off x="421601" y="2133600"/>
            <a:ext cx="6931699" cy="43053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82" name="Google Shape;282;p51"/>
          <p:cNvPicPr preferRelativeResize="0"/>
          <p:nvPr>
            <p:ph idx="2" type="pic"/>
          </p:nvPr>
        </p:nvPicPr>
        <p:blipFill/>
        <p:spPr>
          <a:xfrm>
            <a:off x="7982262" y="1184555"/>
            <a:ext cx="4209738" cy="5673445"/>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4">
  <p:cSld name="Content with Picture 14">
    <p:spTree>
      <p:nvGrpSpPr>
        <p:cNvPr id="283" name="Shape 283"/>
        <p:cNvGrpSpPr/>
        <p:nvPr/>
      </p:nvGrpSpPr>
      <p:grpSpPr>
        <a:xfrm>
          <a:off x="0" y="0"/>
          <a:ext cx="0" cy="0"/>
          <a:chOff x="0" y="0"/>
          <a:chExt cx="0" cy="0"/>
        </a:xfrm>
      </p:grpSpPr>
      <p:sp>
        <p:nvSpPr>
          <p:cNvPr id="284" name="Google Shape;284;p52"/>
          <p:cNvSpPr txBox="1"/>
          <p:nvPr>
            <p:ph type="title"/>
          </p:nvPr>
        </p:nvSpPr>
        <p:spPr>
          <a:xfrm>
            <a:off x="432393" y="1115568"/>
            <a:ext cx="3496809" cy="307072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52"/>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52"/>
          <p:cNvSpPr txBox="1"/>
          <p:nvPr>
            <p:ph idx="10" type="dt"/>
          </p:nvPr>
        </p:nvSpPr>
        <p:spPr>
          <a:xfrm>
            <a:off x="8801100" y="214858"/>
            <a:ext cx="15621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52"/>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88" name="Google Shape;288;p52"/>
          <p:cNvPicPr preferRelativeResize="0"/>
          <p:nvPr>
            <p:ph idx="2" type="pic"/>
          </p:nvPr>
        </p:nvPicPr>
        <p:blipFill/>
        <p:spPr>
          <a:xfrm>
            <a:off x="4429695" y="1193656"/>
            <a:ext cx="3962400" cy="5664344"/>
          </a:xfrm>
          <a:prstGeom prst="rect">
            <a:avLst/>
          </a:prstGeom>
          <a:blipFill rotWithShape="1">
            <a:blip r:embed="rId2">
              <a:alphaModFix amt="65000"/>
            </a:blip>
            <a:stretch>
              <a:fillRect b="0" l="0" r="0" t="0"/>
            </a:stretch>
          </a:blipFill>
          <a:ln>
            <a:noFill/>
          </a:ln>
        </p:spPr>
      </p:pic>
      <p:sp>
        <p:nvSpPr>
          <p:cNvPr id="289" name="Google Shape;289;p52"/>
          <p:cNvSpPr txBox="1"/>
          <p:nvPr>
            <p:ph idx="1" type="body"/>
          </p:nvPr>
        </p:nvSpPr>
        <p:spPr>
          <a:xfrm>
            <a:off x="8823960" y="1122776"/>
            <a:ext cx="2717800" cy="531612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5">
  <p:cSld name="Content with Picture 15">
    <p:spTree>
      <p:nvGrpSpPr>
        <p:cNvPr id="290" name="Shape 290"/>
        <p:cNvGrpSpPr/>
        <p:nvPr/>
      </p:nvGrpSpPr>
      <p:grpSpPr>
        <a:xfrm>
          <a:off x="0" y="0"/>
          <a:ext cx="0" cy="0"/>
          <a:chOff x="0" y="0"/>
          <a:chExt cx="0" cy="0"/>
        </a:xfrm>
      </p:grpSpPr>
      <p:sp>
        <p:nvSpPr>
          <p:cNvPr id="291" name="Google Shape;291;p53"/>
          <p:cNvSpPr txBox="1"/>
          <p:nvPr>
            <p:ph type="title"/>
          </p:nvPr>
        </p:nvSpPr>
        <p:spPr>
          <a:xfrm>
            <a:off x="432393" y="1115568"/>
            <a:ext cx="2515758" cy="2946422"/>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53"/>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p53"/>
          <p:cNvSpPr txBox="1"/>
          <p:nvPr>
            <p:ph idx="10" type="dt"/>
          </p:nvPr>
        </p:nvSpPr>
        <p:spPr>
          <a:xfrm>
            <a:off x="7772399" y="214858"/>
            <a:ext cx="1718441"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53"/>
          <p:cNvSpPr txBox="1"/>
          <p:nvPr>
            <p:ph idx="12" type="sldNum"/>
          </p:nvPr>
        </p:nvSpPr>
        <p:spPr>
          <a:xfrm>
            <a:off x="11301696" y="214858"/>
            <a:ext cx="538520"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95" name="Google Shape;295;p53"/>
          <p:cNvSpPr txBox="1"/>
          <p:nvPr>
            <p:ph idx="1" type="body"/>
          </p:nvPr>
        </p:nvSpPr>
        <p:spPr>
          <a:xfrm>
            <a:off x="3352798" y="1104900"/>
            <a:ext cx="3756213" cy="51435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296" name="Google Shape;296;p53"/>
          <p:cNvPicPr preferRelativeResize="0"/>
          <p:nvPr>
            <p:ph idx="2" type="pic"/>
          </p:nvPr>
        </p:nvPicPr>
        <p:blipFill/>
        <p:spPr>
          <a:xfrm>
            <a:off x="7843347" y="1181100"/>
            <a:ext cx="4348653" cy="5676899"/>
          </a:xfrm>
          <a:prstGeom prst="rect">
            <a:avLst/>
          </a:prstGeom>
          <a:blipFill rotWithShape="1">
            <a:blip r:embed="rId2">
              <a:alphaModFix amt="65000"/>
            </a:blip>
            <a:stretch>
              <a:fillRect b="0" l="0" r="0" t="0"/>
            </a:stretch>
          </a:blip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6">
  <p:cSld name="Content with Picture 16">
    <p:spTree>
      <p:nvGrpSpPr>
        <p:cNvPr id="297" name="Shape 297"/>
        <p:cNvGrpSpPr/>
        <p:nvPr/>
      </p:nvGrpSpPr>
      <p:grpSpPr>
        <a:xfrm>
          <a:off x="0" y="0"/>
          <a:ext cx="0" cy="0"/>
          <a:chOff x="0" y="0"/>
          <a:chExt cx="0" cy="0"/>
        </a:xfrm>
      </p:grpSpPr>
      <p:sp>
        <p:nvSpPr>
          <p:cNvPr id="298" name="Google Shape;298;p54"/>
          <p:cNvSpPr txBox="1"/>
          <p:nvPr>
            <p:ph type="title"/>
          </p:nvPr>
        </p:nvSpPr>
        <p:spPr>
          <a:xfrm>
            <a:off x="419100" y="4607626"/>
            <a:ext cx="4419600" cy="1640774"/>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99" name="Google Shape;299;p54"/>
          <p:cNvPicPr preferRelativeResize="0"/>
          <p:nvPr>
            <p:ph idx="2" type="pic"/>
          </p:nvPr>
        </p:nvPicPr>
        <p:blipFill/>
        <p:spPr>
          <a:xfrm>
            <a:off x="1914" y="0"/>
            <a:ext cx="4836786" cy="4214191"/>
          </a:xfrm>
          <a:prstGeom prst="rect">
            <a:avLst/>
          </a:prstGeom>
          <a:blipFill rotWithShape="1">
            <a:blip r:embed="rId2">
              <a:alphaModFix amt="60000"/>
            </a:blip>
            <a:stretch>
              <a:fillRect b="0" l="0" r="0" t="0"/>
            </a:stretch>
          </a:blipFill>
          <a:ln>
            <a:noFill/>
          </a:ln>
        </p:spPr>
      </p:pic>
      <p:sp>
        <p:nvSpPr>
          <p:cNvPr id="300" name="Google Shape;300;p54"/>
          <p:cNvSpPr txBox="1"/>
          <p:nvPr>
            <p:ph idx="11" type="ftr"/>
          </p:nvPr>
        </p:nvSpPr>
        <p:spPr>
          <a:xfrm>
            <a:off x="5541275" y="20908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54"/>
          <p:cNvSpPr txBox="1"/>
          <p:nvPr>
            <p:ph idx="10" type="dt"/>
          </p:nvPr>
        </p:nvSpPr>
        <p:spPr>
          <a:xfrm>
            <a:off x="8801100" y="214858"/>
            <a:ext cx="190525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54"/>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3" name="Google Shape;303;p54"/>
          <p:cNvSpPr txBox="1"/>
          <p:nvPr>
            <p:ph idx="1" type="body"/>
          </p:nvPr>
        </p:nvSpPr>
        <p:spPr>
          <a:xfrm>
            <a:off x="5541276" y="1104900"/>
            <a:ext cx="5750381" cy="51435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7">
  <p:cSld name="Content with Picture 17">
    <p:spTree>
      <p:nvGrpSpPr>
        <p:cNvPr id="304" name="Shape 304"/>
        <p:cNvGrpSpPr/>
        <p:nvPr/>
      </p:nvGrpSpPr>
      <p:grpSpPr>
        <a:xfrm>
          <a:off x="0" y="0"/>
          <a:ext cx="0" cy="0"/>
          <a:chOff x="0" y="0"/>
          <a:chExt cx="0" cy="0"/>
        </a:xfrm>
      </p:grpSpPr>
      <p:sp>
        <p:nvSpPr>
          <p:cNvPr id="305" name="Google Shape;305;p55"/>
          <p:cNvSpPr txBox="1"/>
          <p:nvPr>
            <p:ph type="title"/>
          </p:nvPr>
        </p:nvSpPr>
        <p:spPr>
          <a:xfrm>
            <a:off x="419100" y="1115568"/>
            <a:ext cx="3105335" cy="163651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55"/>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55"/>
          <p:cNvSpPr txBox="1"/>
          <p:nvPr>
            <p:ph idx="10" type="dt"/>
          </p:nvPr>
        </p:nvSpPr>
        <p:spPr>
          <a:xfrm>
            <a:off x="4055522" y="214858"/>
            <a:ext cx="2536988"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55"/>
          <p:cNvSpPr txBox="1"/>
          <p:nvPr>
            <p:ph idx="12" type="sldNum"/>
          </p:nvPr>
        </p:nvSpPr>
        <p:spPr>
          <a:xfrm>
            <a:off x="11292840"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09" name="Google Shape;309;p55"/>
          <p:cNvPicPr preferRelativeResize="0"/>
          <p:nvPr>
            <p:ph idx="2" type="pic"/>
          </p:nvPr>
        </p:nvPicPr>
        <p:blipFill/>
        <p:spPr>
          <a:xfrm>
            <a:off x="1" y="3017520"/>
            <a:ext cx="3417902" cy="3840480"/>
          </a:xfrm>
          <a:prstGeom prst="rect">
            <a:avLst/>
          </a:prstGeom>
          <a:blipFill rotWithShape="1">
            <a:blip r:embed="rId2">
              <a:alphaModFix amt="65000"/>
            </a:blip>
            <a:stretch>
              <a:fillRect b="0" l="0" r="0" t="0"/>
            </a:stretch>
          </a:blipFill>
          <a:ln>
            <a:noFill/>
          </a:ln>
        </p:spPr>
      </p:pic>
      <p:sp>
        <p:nvSpPr>
          <p:cNvPr id="310" name="Google Shape;310;p55"/>
          <p:cNvSpPr txBox="1"/>
          <p:nvPr>
            <p:ph idx="1" type="body"/>
          </p:nvPr>
        </p:nvSpPr>
        <p:spPr>
          <a:xfrm>
            <a:off x="4055522" y="1104901"/>
            <a:ext cx="7476571" cy="5333999"/>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800"/>
              <a:buNone/>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p:cSld name="Number Large">
    <p:spTree>
      <p:nvGrpSpPr>
        <p:cNvPr id="311" name="Shape 311"/>
        <p:cNvGrpSpPr/>
        <p:nvPr/>
      </p:nvGrpSpPr>
      <p:grpSpPr>
        <a:xfrm>
          <a:off x="0" y="0"/>
          <a:ext cx="0" cy="0"/>
          <a:chOff x="0" y="0"/>
          <a:chExt cx="0" cy="0"/>
        </a:xfrm>
      </p:grpSpPr>
      <p:pic>
        <p:nvPicPr>
          <p:cNvPr descr="A close up of a colorful background&#10;&#10;AI-generated content may be incorrect." id="312" name="Google Shape;312;p56"/>
          <p:cNvPicPr preferRelativeResize="0"/>
          <p:nvPr/>
        </p:nvPicPr>
        <p:blipFill rotWithShape="1">
          <a:blip r:embed="rId2">
            <a:alphaModFix/>
          </a:blip>
          <a:srcRect b="0" l="0" r="5781" t="17701"/>
          <a:stretch/>
        </p:blipFill>
        <p:spPr>
          <a:xfrm flipH="1" rot="10800000">
            <a:off x="0" y="-1"/>
            <a:ext cx="12192000" cy="6864096"/>
          </a:xfrm>
          <a:prstGeom prst="rect">
            <a:avLst/>
          </a:prstGeom>
          <a:noFill/>
          <a:ln>
            <a:noFill/>
          </a:ln>
        </p:spPr>
      </p:pic>
      <p:sp>
        <p:nvSpPr>
          <p:cNvPr id="313" name="Google Shape;313;p56"/>
          <p:cNvSpPr txBox="1"/>
          <p:nvPr>
            <p:ph type="title"/>
          </p:nvPr>
        </p:nvSpPr>
        <p:spPr>
          <a:xfrm>
            <a:off x="7772400" y="5082379"/>
            <a:ext cx="4000500" cy="116923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2000"/>
              <a:buFont typeface="Arial"/>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56"/>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5" name="Google Shape;315;p56"/>
          <p:cNvSpPr txBox="1"/>
          <p:nvPr>
            <p:ph idx="10" type="dt"/>
          </p:nvPr>
        </p:nvSpPr>
        <p:spPr>
          <a:xfrm>
            <a:off x="7772400" y="209088"/>
            <a:ext cx="197069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56"/>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17" name="Google Shape;317;p56"/>
          <p:cNvSpPr txBox="1"/>
          <p:nvPr>
            <p:ph idx="1" type="body"/>
          </p:nvPr>
        </p:nvSpPr>
        <p:spPr>
          <a:xfrm>
            <a:off x="280988" y="1063625"/>
            <a:ext cx="10428287" cy="3508375"/>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1000"/>
              </a:spcBef>
              <a:spcAft>
                <a:spcPts val="0"/>
              </a:spcAft>
              <a:buClr>
                <a:schemeClr val="lt1"/>
              </a:buClr>
              <a:buSzPts val="26000"/>
              <a:buNone/>
              <a:defRPr sz="26000"/>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2">
  <p:cSld name="Number Large 2">
    <p:spTree>
      <p:nvGrpSpPr>
        <p:cNvPr id="318" name="Shape 318"/>
        <p:cNvGrpSpPr/>
        <p:nvPr/>
      </p:nvGrpSpPr>
      <p:grpSpPr>
        <a:xfrm>
          <a:off x="0" y="0"/>
          <a:ext cx="0" cy="0"/>
          <a:chOff x="0" y="0"/>
          <a:chExt cx="0" cy="0"/>
        </a:xfrm>
      </p:grpSpPr>
      <p:pic>
        <p:nvPicPr>
          <p:cNvPr descr="A close up of a colorful object&#10;&#10;AI-generated content may be incorrect." id="319" name="Google Shape;319;p57"/>
          <p:cNvPicPr preferRelativeResize="0"/>
          <p:nvPr/>
        </p:nvPicPr>
        <p:blipFill rotWithShape="1">
          <a:blip r:embed="rId2">
            <a:alphaModFix/>
          </a:blip>
          <a:srcRect b="7130" l="5172" r="2873" t="-1"/>
          <a:stretch/>
        </p:blipFill>
        <p:spPr>
          <a:xfrm>
            <a:off x="0" y="-1"/>
            <a:ext cx="12192000" cy="6855178"/>
          </a:xfrm>
          <a:prstGeom prst="rect">
            <a:avLst/>
          </a:prstGeom>
          <a:noFill/>
          <a:ln>
            <a:noFill/>
          </a:ln>
        </p:spPr>
      </p:pic>
      <p:sp>
        <p:nvSpPr>
          <p:cNvPr id="320" name="Google Shape;320;p57"/>
          <p:cNvSpPr txBox="1"/>
          <p:nvPr>
            <p:ph type="title"/>
          </p:nvPr>
        </p:nvSpPr>
        <p:spPr>
          <a:xfrm>
            <a:off x="432393" y="5144654"/>
            <a:ext cx="5435008" cy="129424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1" name="Google Shape;321;p57"/>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57"/>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3" name="Google Shape;323;p57"/>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24" name="Google Shape;324;p57"/>
          <p:cNvSpPr txBox="1"/>
          <p:nvPr>
            <p:ph idx="1" type="body"/>
          </p:nvPr>
        </p:nvSpPr>
        <p:spPr>
          <a:xfrm>
            <a:off x="344488" y="552450"/>
            <a:ext cx="11498262" cy="393700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27500"/>
              <a:buNone/>
              <a:defRPr sz="27500"/>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3">
  <p:cSld name="Number Large 3">
    <p:spTree>
      <p:nvGrpSpPr>
        <p:cNvPr id="325" name="Shape 325"/>
        <p:cNvGrpSpPr/>
        <p:nvPr/>
      </p:nvGrpSpPr>
      <p:grpSpPr>
        <a:xfrm>
          <a:off x="0" y="0"/>
          <a:ext cx="0" cy="0"/>
          <a:chOff x="0" y="0"/>
          <a:chExt cx="0" cy="0"/>
        </a:xfrm>
      </p:grpSpPr>
      <p:pic>
        <p:nvPicPr>
          <p:cNvPr descr="A purple and black background&#10;&#10;AI-generated content may be incorrect." id="326" name="Google Shape;326;p58"/>
          <p:cNvPicPr preferRelativeResize="0"/>
          <p:nvPr/>
        </p:nvPicPr>
        <p:blipFill rotWithShape="1">
          <a:blip r:embed="rId2">
            <a:alphaModFix/>
          </a:blip>
          <a:srcRect b="0" l="0" r="0" t="0"/>
          <a:stretch/>
        </p:blipFill>
        <p:spPr>
          <a:xfrm>
            <a:off x="0" y="-3898"/>
            <a:ext cx="12223173" cy="6881646"/>
          </a:xfrm>
          <a:prstGeom prst="rect">
            <a:avLst/>
          </a:prstGeom>
          <a:noFill/>
          <a:ln>
            <a:noFill/>
          </a:ln>
        </p:spPr>
      </p:pic>
      <p:sp>
        <p:nvSpPr>
          <p:cNvPr id="327" name="Google Shape;327;p58"/>
          <p:cNvSpPr txBox="1"/>
          <p:nvPr>
            <p:ph type="title"/>
          </p:nvPr>
        </p:nvSpPr>
        <p:spPr>
          <a:xfrm>
            <a:off x="7772400" y="802640"/>
            <a:ext cx="4000500" cy="113792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2400"/>
              <a:buFont typeface="Arial"/>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58"/>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9" name="Google Shape;329;p58"/>
          <p:cNvSpPr txBox="1"/>
          <p:nvPr>
            <p:ph idx="10" type="dt"/>
          </p:nvPr>
        </p:nvSpPr>
        <p:spPr>
          <a:xfrm>
            <a:off x="7772400" y="214858"/>
            <a:ext cx="14859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58"/>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31" name="Google Shape;331;p58"/>
          <p:cNvSpPr txBox="1"/>
          <p:nvPr>
            <p:ph idx="1" type="body"/>
          </p:nvPr>
        </p:nvSpPr>
        <p:spPr>
          <a:xfrm>
            <a:off x="358775" y="2684463"/>
            <a:ext cx="11414125" cy="4411662"/>
          </a:xfrm>
          <a:prstGeom prst="rect">
            <a:avLst/>
          </a:prstGeom>
          <a:noFill/>
          <a:ln>
            <a:noFill/>
          </a:ln>
        </p:spPr>
        <p:txBody>
          <a:bodyPr anchorCtr="0" anchor="b" bIns="0" lIns="0" spcFirstLastPara="1" rIns="0" wrap="square" tIns="0">
            <a:normAutofit/>
          </a:bodyPr>
          <a:lstStyle>
            <a:lvl1pPr indent="-228600" lvl="0" marL="457200" algn="l">
              <a:lnSpc>
                <a:spcPct val="85000"/>
              </a:lnSpc>
              <a:spcBef>
                <a:spcPts val="1000"/>
              </a:spcBef>
              <a:spcAft>
                <a:spcPts val="0"/>
              </a:spcAft>
              <a:buClr>
                <a:schemeClr val="lt1"/>
              </a:buClr>
              <a:buSzPts val="30500"/>
              <a:buNone/>
              <a:defRPr sz="30500">
                <a:solidFill>
                  <a:schemeClr val="lt1"/>
                </a:solidFill>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spTree>
      <p:nvGrpSpPr>
        <p:cNvPr id="332" name="Shape 332"/>
        <p:cNvGrpSpPr/>
        <p:nvPr/>
      </p:nvGrpSpPr>
      <p:grpSpPr>
        <a:xfrm>
          <a:off x="0" y="0"/>
          <a:ext cx="0" cy="0"/>
          <a:chOff x="0" y="0"/>
          <a:chExt cx="0" cy="0"/>
        </a:xfrm>
      </p:grpSpPr>
      <p:pic>
        <p:nvPicPr>
          <p:cNvPr descr="A red and purple light&#10;&#10;AI-generated content may be incorrect." id="333" name="Google Shape;333;p59"/>
          <p:cNvPicPr preferRelativeResize="0"/>
          <p:nvPr/>
        </p:nvPicPr>
        <p:blipFill rotWithShape="1">
          <a:blip r:embed="rId2">
            <a:alphaModFix/>
          </a:blip>
          <a:srcRect b="1" l="7784" r="22221" t="57458"/>
          <a:stretch/>
        </p:blipFill>
        <p:spPr>
          <a:xfrm rot="10800000">
            <a:off x="0" y="0"/>
            <a:ext cx="12192000" cy="4802819"/>
          </a:xfrm>
          <a:prstGeom prst="rect">
            <a:avLst/>
          </a:prstGeom>
          <a:noFill/>
          <a:ln>
            <a:noFill/>
          </a:ln>
        </p:spPr>
      </p:pic>
      <p:sp>
        <p:nvSpPr>
          <p:cNvPr id="334" name="Google Shape;334;p59"/>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5" name="Google Shape;335;p59"/>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59"/>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59"/>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38" name="Google Shape;338;p59"/>
          <p:cNvSpPr txBox="1"/>
          <p:nvPr>
            <p:ph idx="1" type="body"/>
          </p:nvPr>
        </p:nvSpPr>
        <p:spPr>
          <a:xfrm>
            <a:off x="419099" y="2885606"/>
            <a:ext cx="8801101" cy="3553293"/>
          </a:xfrm>
          <a:prstGeom prst="rect">
            <a:avLst/>
          </a:prstGeom>
          <a:noFill/>
          <a:ln>
            <a:noFill/>
          </a:ln>
        </p:spPr>
        <p:txBody>
          <a:bodyPr anchorCtr="0" anchor="b" bIns="45700" lIns="91425" spcFirstLastPara="1" rIns="91425" wrap="square" tIns="45700">
            <a:normAutofit/>
          </a:bodyPr>
          <a:lstStyle>
            <a:lvl1pPr indent="-228600" lvl="0" marL="457200" algn="l">
              <a:lnSpc>
                <a:spcPct val="85000"/>
              </a:lnSpc>
              <a:spcBef>
                <a:spcPts val="1000"/>
              </a:spcBef>
              <a:spcAft>
                <a:spcPts val="0"/>
              </a:spcAft>
              <a:buClr>
                <a:schemeClr val="lt1"/>
              </a:buClr>
              <a:buSzPts val="6000"/>
              <a:buNone/>
              <a:defRPr b="0" sz="6000">
                <a:solidFill>
                  <a:schemeClr val="lt1"/>
                </a:solidFill>
              </a:defRPr>
            </a:lvl1pPr>
            <a:lvl2pPr indent="-228600" lvl="1" marL="914400" algn="l">
              <a:lnSpc>
                <a:spcPct val="85000"/>
              </a:lnSpc>
              <a:spcBef>
                <a:spcPts val="500"/>
              </a:spcBef>
              <a:spcAft>
                <a:spcPts val="0"/>
              </a:spcAft>
              <a:buClr>
                <a:schemeClr val="lt1"/>
              </a:buClr>
              <a:buSzPts val="4400"/>
              <a:buNone/>
              <a:defRPr b="0" sz="4400">
                <a:solidFill>
                  <a:schemeClr val="lt1"/>
                </a:solidFill>
              </a:defRPr>
            </a:lvl2pPr>
            <a:lvl3pPr indent="-228600" lvl="2" marL="1371600" algn="l">
              <a:lnSpc>
                <a:spcPct val="85000"/>
              </a:lnSpc>
              <a:spcBef>
                <a:spcPts val="500"/>
              </a:spcBef>
              <a:spcAft>
                <a:spcPts val="0"/>
              </a:spcAft>
              <a:buClr>
                <a:schemeClr val="lt1"/>
              </a:buClr>
              <a:buSzPts val="4000"/>
              <a:buNone/>
              <a:defRPr b="0" sz="4000">
                <a:solidFill>
                  <a:schemeClr val="lt1"/>
                </a:solidFill>
              </a:defRPr>
            </a:lvl3pPr>
            <a:lvl4pPr indent="-228600" lvl="3" marL="1828800" algn="l">
              <a:lnSpc>
                <a:spcPct val="85000"/>
              </a:lnSpc>
              <a:spcBef>
                <a:spcPts val="500"/>
              </a:spcBef>
              <a:spcAft>
                <a:spcPts val="0"/>
              </a:spcAft>
              <a:buClr>
                <a:schemeClr val="lt1"/>
              </a:buClr>
              <a:buSzPts val="3600"/>
              <a:buNone/>
              <a:defRPr b="0" sz="3600">
                <a:solidFill>
                  <a:schemeClr val="lt1"/>
                </a:solidFill>
              </a:defRPr>
            </a:lvl4pPr>
            <a:lvl5pPr indent="-228600" lvl="4" marL="2286000" algn="l">
              <a:lnSpc>
                <a:spcPct val="85000"/>
              </a:lnSpc>
              <a:spcBef>
                <a:spcPts val="500"/>
              </a:spcBef>
              <a:spcAft>
                <a:spcPts val="0"/>
              </a:spcAft>
              <a:buClr>
                <a:schemeClr val="lt1"/>
              </a:buClr>
              <a:buSzPts val="3200"/>
              <a:buNone/>
              <a:defRPr b="0" sz="32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Statement 2">
    <p:spTree>
      <p:nvGrpSpPr>
        <p:cNvPr id="339" name="Shape 339"/>
        <p:cNvGrpSpPr/>
        <p:nvPr/>
      </p:nvGrpSpPr>
      <p:grpSpPr>
        <a:xfrm>
          <a:off x="0" y="0"/>
          <a:ext cx="0" cy="0"/>
          <a:chOff x="0" y="0"/>
          <a:chExt cx="0" cy="0"/>
        </a:xfrm>
      </p:grpSpPr>
      <p:pic>
        <p:nvPicPr>
          <p:cNvPr descr="A red and purple light&#10;&#10;AI-generated content may be incorrect." id="340" name="Google Shape;340;p60"/>
          <p:cNvPicPr preferRelativeResize="0"/>
          <p:nvPr/>
        </p:nvPicPr>
        <p:blipFill rotWithShape="1">
          <a:blip r:embed="rId2">
            <a:alphaModFix/>
          </a:blip>
          <a:srcRect b="1091" l="2078" r="27927" t="38163"/>
          <a:stretch/>
        </p:blipFill>
        <p:spPr>
          <a:xfrm>
            <a:off x="0" y="0"/>
            <a:ext cx="12192000" cy="6858000"/>
          </a:xfrm>
          <a:prstGeom prst="rect">
            <a:avLst/>
          </a:prstGeom>
          <a:noFill/>
          <a:ln>
            <a:noFill/>
          </a:ln>
        </p:spPr>
      </p:pic>
      <p:sp>
        <p:nvSpPr>
          <p:cNvPr id="341" name="Google Shape;341;p60"/>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60"/>
          <p:cNvSpPr txBox="1"/>
          <p:nvPr>
            <p:ph idx="11" type="ftr"/>
          </p:nvPr>
        </p:nvSpPr>
        <p:spPr>
          <a:xfrm>
            <a:off x="3352800" y="219456"/>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60"/>
          <p:cNvSpPr txBox="1"/>
          <p:nvPr>
            <p:ph idx="10" type="dt"/>
          </p:nvPr>
        </p:nvSpPr>
        <p:spPr>
          <a:xfrm>
            <a:off x="9220200" y="219456"/>
            <a:ext cx="15227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60"/>
          <p:cNvSpPr txBox="1"/>
          <p:nvPr>
            <p:ph idx="12" type="sldNum"/>
          </p:nvPr>
        </p:nvSpPr>
        <p:spPr>
          <a:xfrm>
            <a:off x="11291657" y="219456"/>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5" name="Google Shape;345;p60"/>
          <p:cNvSpPr txBox="1"/>
          <p:nvPr>
            <p:ph idx="1" type="body"/>
          </p:nvPr>
        </p:nvSpPr>
        <p:spPr>
          <a:xfrm>
            <a:off x="3352800" y="1405719"/>
            <a:ext cx="7353300" cy="4012442"/>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1000"/>
              </a:spcBef>
              <a:spcAft>
                <a:spcPts val="0"/>
              </a:spcAft>
              <a:buClr>
                <a:schemeClr val="lt1"/>
              </a:buClr>
              <a:buSzPts val="5400"/>
              <a:buNone/>
              <a:defRPr b="0" sz="5400">
                <a:solidFill>
                  <a:schemeClr val="lt1"/>
                </a:solidFill>
              </a:defRPr>
            </a:lvl1pPr>
            <a:lvl2pPr indent="-228600" lvl="1" marL="914400" algn="l">
              <a:lnSpc>
                <a:spcPct val="85000"/>
              </a:lnSpc>
              <a:spcBef>
                <a:spcPts val="500"/>
              </a:spcBef>
              <a:spcAft>
                <a:spcPts val="0"/>
              </a:spcAft>
              <a:buClr>
                <a:schemeClr val="lt1"/>
              </a:buClr>
              <a:buSzPts val="4800"/>
              <a:buNone/>
              <a:defRPr b="0" sz="4800">
                <a:solidFill>
                  <a:schemeClr val="lt1"/>
                </a:solidFill>
              </a:defRPr>
            </a:lvl2pPr>
            <a:lvl3pPr indent="-228600" lvl="2" marL="1371600" algn="l">
              <a:lnSpc>
                <a:spcPct val="85000"/>
              </a:lnSpc>
              <a:spcBef>
                <a:spcPts val="500"/>
              </a:spcBef>
              <a:spcAft>
                <a:spcPts val="0"/>
              </a:spcAft>
              <a:buClr>
                <a:schemeClr val="lt1"/>
              </a:buClr>
              <a:buSzPts val="4400"/>
              <a:buNone/>
              <a:defRPr b="0" sz="4400">
                <a:solidFill>
                  <a:schemeClr val="lt1"/>
                </a:solidFill>
              </a:defRPr>
            </a:lvl3pPr>
            <a:lvl4pPr indent="-228600" lvl="3" marL="1828800" algn="l">
              <a:lnSpc>
                <a:spcPct val="85000"/>
              </a:lnSpc>
              <a:spcBef>
                <a:spcPts val="500"/>
              </a:spcBef>
              <a:spcAft>
                <a:spcPts val="0"/>
              </a:spcAft>
              <a:buClr>
                <a:schemeClr val="lt1"/>
              </a:buClr>
              <a:buSzPts val="3600"/>
              <a:buNone/>
              <a:defRPr b="0" sz="3600">
                <a:solidFill>
                  <a:schemeClr val="lt1"/>
                </a:solidFill>
              </a:defRPr>
            </a:lvl4pPr>
            <a:lvl5pPr indent="-228600" lvl="4" marL="2286000" algn="l">
              <a:lnSpc>
                <a:spcPct val="85000"/>
              </a:lnSpc>
              <a:spcBef>
                <a:spcPts val="500"/>
              </a:spcBef>
              <a:spcAft>
                <a:spcPts val="0"/>
              </a:spcAft>
              <a:buClr>
                <a:schemeClr val="lt1"/>
              </a:buClr>
              <a:buSzPts val="3600"/>
              <a:buNone/>
              <a:defRPr b="0" sz="36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Statement 3">
    <p:spTree>
      <p:nvGrpSpPr>
        <p:cNvPr id="346" name="Shape 346"/>
        <p:cNvGrpSpPr/>
        <p:nvPr/>
      </p:nvGrpSpPr>
      <p:grpSpPr>
        <a:xfrm>
          <a:off x="0" y="0"/>
          <a:ext cx="0" cy="0"/>
          <a:chOff x="0" y="0"/>
          <a:chExt cx="0" cy="0"/>
        </a:xfrm>
      </p:grpSpPr>
      <p:pic>
        <p:nvPicPr>
          <p:cNvPr descr="A close up of a colorful object&#10;&#10;AI-generated content may be incorrect." id="347" name="Google Shape;347;p61"/>
          <p:cNvPicPr preferRelativeResize="0"/>
          <p:nvPr/>
        </p:nvPicPr>
        <p:blipFill rotWithShape="1">
          <a:blip r:embed="rId2">
            <a:alphaModFix/>
          </a:blip>
          <a:srcRect b="21235" l="1125" r="1125" t="0"/>
          <a:stretch/>
        </p:blipFill>
        <p:spPr>
          <a:xfrm rot="10800000">
            <a:off x="0" y="875"/>
            <a:ext cx="12192000" cy="6857125"/>
          </a:xfrm>
          <a:prstGeom prst="rect">
            <a:avLst/>
          </a:prstGeom>
          <a:noFill/>
          <a:ln>
            <a:noFill/>
          </a:ln>
        </p:spPr>
      </p:pic>
      <p:sp>
        <p:nvSpPr>
          <p:cNvPr id="348" name="Google Shape;348;p61"/>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61"/>
          <p:cNvSpPr txBox="1"/>
          <p:nvPr>
            <p:ph idx="11" type="ftr"/>
          </p:nvPr>
        </p:nvSpPr>
        <p:spPr>
          <a:xfrm>
            <a:off x="4838700"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61"/>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1" name="Google Shape;351;p61"/>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52" name="Google Shape;352;p61"/>
          <p:cNvSpPr txBox="1"/>
          <p:nvPr>
            <p:ph idx="1" type="body"/>
          </p:nvPr>
        </p:nvSpPr>
        <p:spPr>
          <a:xfrm>
            <a:off x="4838700" y="1740023"/>
            <a:ext cx="6310269" cy="4637725"/>
          </a:xfrm>
          <a:prstGeom prst="rect">
            <a:avLst/>
          </a:prstGeom>
          <a:noFill/>
          <a:ln>
            <a:noFill/>
          </a:ln>
        </p:spPr>
        <p:txBody>
          <a:bodyPr anchorCtr="0" anchor="b" bIns="45700" lIns="91425" spcFirstLastPara="1" rIns="91425" wrap="square" tIns="45700">
            <a:normAutofit/>
          </a:bodyPr>
          <a:lstStyle>
            <a:lvl1pPr indent="-228600" lvl="0" marL="457200" algn="l">
              <a:lnSpc>
                <a:spcPct val="85000"/>
              </a:lnSpc>
              <a:spcBef>
                <a:spcPts val="1000"/>
              </a:spcBef>
              <a:spcAft>
                <a:spcPts val="0"/>
              </a:spcAft>
              <a:buClr>
                <a:schemeClr val="lt1"/>
              </a:buClr>
              <a:buSzPts val="4800"/>
              <a:buNone/>
              <a:defRPr b="0" sz="4800">
                <a:solidFill>
                  <a:schemeClr val="lt1"/>
                </a:solidFill>
              </a:defRPr>
            </a:lvl1pPr>
            <a:lvl2pPr indent="-228600" lvl="1" marL="914400" algn="l">
              <a:lnSpc>
                <a:spcPct val="85000"/>
              </a:lnSpc>
              <a:spcBef>
                <a:spcPts val="500"/>
              </a:spcBef>
              <a:spcAft>
                <a:spcPts val="0"/>
              </a:spcAft>
              <a:buClr>
                <a:schemeClr val="lt1"/>
              </a:buClr>
              <a:buSzPts val="4000"/>
              <a:buNone/>
              <a:defRPr b="0" sz="4000">
                <a:solidFill>
                  <a:schemeClr val="lt1"/>
                </a:solidFill>
              </a:defRPr>
            </a:lvl2pPr>
            <a:lvl3pPr indent="-228600" lvl="2" marL="1371600" algn="l">
              <a:lnSpc>
                <a:spcPct val="85000"/>
              </a:lnSpc>
              <a:spcBef>
                <a:spcPts val="500"/>
              </a:spcBef>
              <a:spcAft>
                <a:spcPts val="0"/>
              </a:spcAft>
              <a:buClr>
                <a:schemeClr val="lt1"/>
              </a:buClr>
              <a:buSzPts val="3200"/>
              <a:buNone/>
              <a:defRPr b="0" sz="3200">
                <a:solidFill>
                  <a:schemeClr val="lt1"/>
                </a:solidFill>
              </a:defRPr>
            </a:lvl3pPr>
            <a:lvl4pPr indent="-228600" lvl="3" marL="1828800" algn="l">
              <a:lnSpc>
                <a:spcPct val="85000"/>
              </a:lnSpc>
              <a:spcBef>
                <a:spcPts val="500"/>
              </a:spcBef>
              <a:spcAft>
                <a:spcPts val="0"/>
              </a:spcAft>
              <a:buClr>
                <a:schemeClr val="lt1"/>
              </a:buClr>
              <a:buSzPts val="2800"/>
              <a:buNone/>
              <a:defRPr b="0" sz="2800">
                <a:solidFill>
                  <a:schemeClr val="lt1"/>
                </a:solidFill>
              </a:defRPr>
            </a:lvl4pPr>
            <a:lvl5pPr indent="-228600" lvl="4" marL="2286000" algn="l">
              <a:lnSpc>
                <a:spcPct val="85000"/>
              </a:lnSpc>
              <a:spcBef>
                <a:spcPts val="500"/>
              </a:spcBef>
              <a:spcAft>
                <a:spcPts val="0"/>
              </a:spcAft>
              <a:buClr>
                <a:schemeClr val="lt1"/>
              </a:buClr>
              <a:buSzPts val="2400"/>
              <a:buNone/>
              <a:defRPr b="0" sz="24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Statement 4">
    <p:spTree>
      <p:nvGrpSpPr>
        <p:cNvPr id="353" name="Shape 353"/>
        <p:cNvGrpSpPr/>
        <p:nvPr/>
      </p:nvGrpSpPr>
      <p:grpSpPr>
        <a:xfrm>
          <a:off x="0" y="0"/>
          <a:ext cx="0" cy="0"/>
          <a:chOff x="0" y="0"/>
          <a:chExt cx="0" cy="0"/>
        </a:xfrm>
      </p:grpSpPr>
      <p:sp>
        <p:nvSpPr>
          <p:cNvPr id="354" name="Google Shape;354;p62"/>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5" name="Google Shape;355;p62"/>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62"/>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62"/>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58" name="Google Shape;358;p62"/>
          <p:cNvSpPr txBox="1"/>
          <p:nvPr>
            <p:ph idx="1" type="body"/>
          </p:nvPr>
        </p:nvSpPr>
        <p:spPr>
          <a:xfrm>
            <a:off x="419099" y="2133600"/>
            <a:ext cx="9393641" cy="4305299"/>
          </a:xfrm>
          <a:prstGeom prst="rect">
            <a:avLst/>
          </a:prstGeom>
          <a:noFill/>
          <a:ln>
            <a:noFill/>
          </a:ln>
        </p:spPr>
        <p:txBody>
          <a:bodyPr anchorCtr="0" anchor="b" bIns="45700" lIns="91425" spcFirstLastPara="1" rIns="91425" wrap="square" tIns="45700">
            <a:normAutofit/>
          </a:bodyPr>
          <a:lstStyle>
            <a:lvl1pPr indent="-228600" lvl="0" marL="457200" algn="l">
              <a:lnSpc>
                <a:spcPct val="85000"/>
              </a:lnSpc>
              <a:spcBef>
                <a:spcPts val="1000"/>
              </a:spcBef>
              <a:spcAft>
                <a:spcPts val="0"/>
              </a:spcAft>
              <a:buClr>
                <a:schemeClr val="lt1"/>
              </a:buClr>
              <a:buSzPts val="7200"/>
              <a:buNone/>
              <a:defRPr b="0" sz="7200">
                <a:solidFill>
                  <a:schemeClr val="lt1"/>
                </a:solidFill>
              </a:defRPr>
            </a:lvl1pPr>
            <a:lvl2pPr indent="-228600" lvl="1" marL="914400" algn="l">
              <a:lnSpc>
                <a:spcPct val="85000"/>
              </a:lnSpc>
              <a:spcBef>
                <a:spcPts val="500"/>
              </a:spcBef>
              <a:spcAft>
                <a:spcPts val="0"/>
              </a:spcAft>
              <a:buClr>
                <a:schemeClr val="lt1"/>
              </a:buClr>
              <a:buSzPts val="5400"/>
              <a:buNone/>
              <a:defRPr b="0" sz="5400">
                <a:solidFill>
                  <a:schemeClr val="lt1"/>
                </a:solidFill>
              </a:defRPr>
            </a:lvl2pPr>
            <a:lvl3pPr indent="-228600" lvl="2" marL="1371600" algn="l">
              <a:lnSpc>
                <a:spcPct val="85000"/>
              </a:lnSpc>
              <a:spcBef>
                <a:spcPts val="500"/>
              </a:spcBef>
              <a:spcAft>
                <a:spcPts val="0"/>
              </a:spcAft>
              <a:buClr>
                <a:schemeClr val="lt1"/>
              </a:buClr>
              <a:buSzPts val="4800"/>
              <a:buNone/>
              <a:defRPr b="0" sz="4800">
                <a:solidFill>
                  <a:schemeClr val="lt1"/>
                </a:solidFill>
              </a:defRPr>
            </a:lvl3pPr>
            <a:lvl4pPr indent="-228600" lvl="3" marL="1828800" algn="l">
              <a:lnSpc>
                <a:spcPct val="85000"/>
              </a:lnSpc>
              <a:spcBef>
                <a:spcPts val="500"/>
              </a:spcBef>
              <a:spcAft>
                <a:spcPts val="0"/>
              </a:spcAft>
              <a:buClr>
                <a:schemeClr val="lt1"/>
              </a:buClr>
              <a:buSzPts val="4400"/>
              <a:buNone/>
              <a:defRPr b="0" sz="4400">
                <a:solidFill>
                  <a:schemeClr val="lt1"/>
                </a:solidFill>
              </a:defRPr>
            </a:lvl4pPr>
            <a:lvl5pPr indent="-228600" lvl="4" marL="2286000" algn="l">
              <a:lnSpc>
                <a:spcPct val="85000"/>
              </a:lnSpc>
              <a:spcBef>
                <a:spcPts val="500"/>
              </a:spcBef>
              <a:spcAft>
                <a:spcPts val="0"/>
              </a:spcAft>
              <a:buClr>
                <a:schemeClr val="lt1"/>
              </a:buClr>
              <a:buSzPts val="4000"/>
              <a:buNone/>
              <a:defRPr b="0" sz="40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59" name="Shape 359"/>
        <p:cNvGrpSpPr/>
        <p:nvPr/>
      </p:nvGrpSpPr>
      <p:grpSpPr>
        <a:xfrm>
          <a:off x="0" y="0"/>
          <a:ext cx="0" cy="0"/>
          <a:chOff x="0" y="0"/>
          <a:chExt cx="0" cy="0"/>
        </a:xfrm>
      </p:grpSpPr>
      <p:pic>
        <p:nvPicPr>
          <p:cNvPr descr="A close up of a colorful background&#10;&#10;AI-generated content may be incorrect." id="360" name="Google Shape;360;p63"/>
          <p:cNvPicPr preferRelativeResize="0"/>
          <p:nvPr/>
        </p:nvPicPr>
        <p:blipFill rotWithShape="1">
          <a:blip r:embed="rId2">
            <a:alphaModFix/>
          </a:blip>
          <a:srcRect b="0" l="1291" r="10011" t="22024"/>
          <a:stretch/>
        </p:blipFill>
        <p:spPr>
          <a:xfrm flipH="1" rot="10800000">
            <a:off x="0" y="0"/>
            <a:ext cx="12192000" cy="6864096"/>
          </a:xfrm>
          <a:prstGeom prst="rect">
            <a:avLst/>
          </a:prstGeom>
          <a:noFill/>
          <a:ln>
            <a:noFill/>
          </a:ln>
        </p:spPr>
      </p:pic>
      <p:sp>
        <p:nvSpPr>
          <p:cNvPr id="361" name="Google Shape;361;p63"/>
          <p:cNvSpPr txBox="1"/>
          <p:nvPr>
            <p:ph type="title"/>
          </p:nvPr>
        </p:nvSpPr>
        <p:spPr>
          <a:xfrm>
            <a:off x="1866899" y="4874218"/>
            <a:ext cx="8506567" cy="66642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400"/>
              <a:buFont typeface="Arial"/>
              <a:buNone/>
              <a:defRPr b="0" sz="1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2" name="Google Shape;362;p63"/>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3" name="Google Shape;363;p63"/>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4" name="Google Shape;364;p63"/>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65" name="Google Shape;365;p63"/>
          <p:cNvSpPr txBox="1"/>
          <p:nvPr>
            <p:ph idx="1" type="body"/>
          </p:nvPr>
        </p:nvSpPr>
        <p:spPr>
          <a:xfrm>
            <a:off x="1866899" y="1856096"/>
            <a:ext cx="8506567" cy="2855388"/>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lt1"/>
              </a:buClr>
              <a:buSzPts val="5000"/>
              <a:buFont typeface="Arial"/>
              <a:buNone/>
              <a:defRPr sz="5000">
                <a:solidFill>
                  <a:schemeClr val="lt1"/>
                </a:solidFill>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Quote 2">
    <p:spTree>
      <p:nvGrpSpPr>
        <p:cNvPr id="366" name="Shape 366"/>
        <p:cNvGrpSpPr/>
        <p:nvPr/>
      </p:nvGrpSpPr>
      <p:grpSpPr>
        <a:xfrm>
          <a:off x="0" y="0"/>
          <a:ext cx="0" cy="0"/>
          <a:chOff x="0" y="0"/>
          <a:chExt cx="0" cy="0"/>
        </a:xfrm>
      </p:grpSpPr>
      <p:pic>
        <p:nvPicPr>
          <p:cNvPr descr="A black background with a red and yellow light&#10;&#10;AI-generated content may be incorrect." id="367" name="Google Shape;367;p64"/>
          <p:cNvPicPr preferRelativeResize="0"/>
          <p:nvPr/>
        </p:nvPicPr>
        <p:blipFill rotWithShape="1">
          <a:blip r:embed="rId2">
            <a:alphaModFix/>
          </a:blip>
          <a:srcRect b="0" l="4682" r="20481" t="0"/>
          <a:stretch/>
        </p:blipFill>
        <p:spPr>
          <a:xfrm flipH="1" rot="5400000">
            <a:off x="2667001" y="-2667001"/>
            <a:ext cx="6858000" cy="12192001"/>
          </a:xfrm>
          <a:prstGeom prst="rect">
            <a:avLst/>
          </a:prstGeom>
          <a:noFill/>
          <a:ln>
            <a:noFill/>
          </a:ln>
        </p:spPr>
      </p:pic>
      <p:sp>
        <p:nvSpPr>
          <p:cNvPr id="368" name="Google Shape;368;p64"/>
          <p:cNvSpPr txBox="1"/>
          <p:nvPr>
            <p:ph type="title"/>
          </p:nvPr>
        </p:nvSpPr>
        <p:spPr>
          <a:xfrm>
            <a:off x="432392" y="5226427"/>
            <a:ext cx="8382001" cy="83786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1400"/>
              <a:buFont typeface="Arial"/>
              <a:buNone/>
              <a:defRPr b="0" sz="1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64"/>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0" name="Google Shape;370;p64"/>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1" name="Google Shape;371;p64"/>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72" name="Google Shape;372;p64"/>
          <p:cNvSpPr txBox="1"/>
          <p:nvPr>
            <p:ph idx="1" type="body"/>
          </p:nvPr>
        </p:nvSpPr>
        <p:spPr>
          <a:xfrm>
            <a:off x="432392" y="2017401"/>
            <a:ext cx="8368707" cy="29811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4600"/>
              <a:buFont typeface="Arial"/>
              <a:buNone/>
              <a:defRPr sz="4600">
                <a:solidFill>
                  <a:schemeClr val="lt1"/>
                </a:solidFill>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Quote 3">
    <p:spTree>
      <p:nvGrpSpPr>
        <p:cNvPr id="373" name="Shape 373"/>
        <p:cNvGrpSpPr/>
        <p:nvPr/>
      </p:nvGrpSpPr>
      <p:grpSpPr>
        <a:xfrm>
          <a:off x="0" y="0"/>
          <a:ext cx="0" cy="0"/>
          <a:chOff x="0" y="0"/>
          <a:chExt cx="0" cy="0"/>
        </a:xfrm>
      </p:grpSpPr>
      <p:pic>
        <p:nvPicPr>
          <p:cNvPr descr="A colorful light on a black background&#10;&#10;AI-generated content may be incorrect." id="374" name="Google Shape;374;p65"/>
          <p:cNvPicPr preferRelativeResize="0"/>
          <p:nvPr/>
        </p:nvPicPr>
        <p:blipFill rotWithShape="1">
          <a:blip r:embed="rId2">
            <a:alphaModFix/>
          </a:blip>
          <a:srcRect b="0" l="0" r="0" t="0"/>
          <a:stretch/>
        </p:blipFill>
        <p:spPr>
          <a:xfrm flipH="1">
            <a:off x="0" y="1115568"/>
            <a:ext cx="12192000" cy="5742432"/>
          </a:xfrm>
          <a:prstGeom prst="rect">
            <a:avLst/>
          </a:prstGeom>
          <a:noFill/>
          <a:ln>
            <a:noFill/>
          </a:ln>
        </p:spPr>
      </p:pic>
      <p:sp>
        <p:nvSpPr>
          <p:cNvPr id="375" name="Google Shape;375;p65"/>
          <p:cNvSpPr txBox="1"/>
          <p:nvPr>
            <p:ph type="title"/>
          </p:nvPr>
        </p:nvSpPr>
        <p:spPr>
          <a:xfrm>
            <a:off x="453982" y="5029200"/>
            <a:ext cx="8347118" cy="71323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1400"/>
              <a:buFont typeface="Arial"/>
              <a:buNone/>
              <a:defRPr b="0" sz="1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65"/>
          <p:cNvSpPr txBox="1"/>
          <p:nvPr>
            <p:ph idx="11" type="ftr"/>
          </p:nvPr>
        </p:nvSpPr>
        <p:spPr>
          <a:xfrm>
            <a:off x="429768"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65"/>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65"/>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79" name="Google Shape;379;p65"/>
          <p:cNvSpPr txBox="1"/>
          <p:nvPr>
            <p:ph idx="1" type="body"/>
          </p:nvPr>
        </p:nvSpPr>
        <p:spPr>
          <a:xfrm>
            <a:off x="453982" y="1115568"/>
            <a:ext cx="8347118" cy="3584448"/>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lt1"/>
              </a:buClr>
              <a:buSzPts val="5000"/>
              <a:buFont typeface="Arial"/>
              <a:buNone/>
              <a:defRPr sz="5000">
                <a:solidFill>
                  <a:schemeClr val="lt1"/>
                </a:solidFill>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4">
  <p:cSld name="Quote 4">
    <p:spTree>
      <p:nvGrpSpPr>
        <p:cNvPr id="380" name="Shape 380"/>
        <p:cNvGrpSpPr/>
        <p:nvPr/>
      </p:nvGrpSpPr>
      <p:grpSpPr>
        <a:xfrm>
          <a:off x="0" y="0"/>
          <a:ext cx="0" cy="0"/>
          <a:chOff x="0" y="0"/>
          <a:chExt cx="0" cy="0"/>
        </a:xfrm>
      </p:grpSpPr>
      <p:pic>
        <p:nvPicPr>
          <p:cNvPr descr="A close up of a colorful object&#10;&#10;AI-generated content may be incorrect." id="381" name="Google Shape;381;p66"/>
          <p:cNvPicPr preferRelativeResize="0"/>
          <p:nvPr/>
        </p:nvPicPr>
        <p:blipFill rotWithShape="1">
          <a:blip r:embed="rId2">
            <a:alphaModFix/>
          </a:blip>
          <a:srcRect b="13677" l="-7769" r="104" t="8943"/>
          <a:stretch/>
        </p:blipFill>
        <p:spPr>
          <a:xfrm>
            <a:off x="0" y="0"/>
            <a:ext cx="12192000" cy="6857125"/>
          </a:xfrm>
          <a:prstGeom prst="rect">
            <a:avLst/>
          </a:prstGeom>
          <a:noFill/>
          <a:ln>
            <a:noFill/>
          </a:ln>
        </p:spPr>
      </p:pic>
      <p:sp>
        <p:nvSpPr>
          <p:cNvPr id="382" name="Google Shape;382;p66"/>
          <p:cNvSpPr txBox="1"/>
          <p:nvPr>
            <p:ph type="title"/>
          </p:nvPr>
        </p:nvSpPr>
        <p:spPr>
          <a:xfrm>
            <a:off x="420791" y="5151120"/>
            <a:ext cx="5446609" cy="806517"/>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lt1"/>
              </a:buClr>
              <a:buSzPts val="1400"/>
              <a:buFont typeface="Arial"/>
              <a:buNone/>
              <a:defRPr sz="1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3" name="Google Shape;383;p66"/>
          <p:cNvSpPr txBox="1"/>
          <p:nvPr>
            <p:ph idx="11" type="ftr"/>
          </p:nvPr>
        </p:nvSpPr>
        <p:spPr>
          <a:xfrm>
            <a:off x="429768"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66"/>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5" name="Google Shape;385;p66"/>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86" name="Google Shape;386;p66"/>
          <p:cNvSpPr txBox="1"/>
          <p:nvPr>
            <p:ph idx="1" type="body"/>
          </p:nvPr>
        </p:nvSpPr>
        <p:spPr>
          <a:xfrm>
            <a:off x="429768" y="1501541"/>
            <a:ext cx="7342632" cy="3397064"/>
          </a:xfrm>
          <a:prstGeom prst="rect">
            <a:avLst/>
          </a:prstGeom>
          <a:noFill/>
          <a:ln>
            <a:noFill/>
          </a:ln>
        </p:spPr>
        <p:txBody>
          <a:bodyPr anchorCtr="0" anchor="ctr" bIns="45700" lIns="91425" spcFirstLastPara="1" rIns="91425" wrap="square" tIns="45700">
            <a:normAutofit/>
          </a:bodyPr>
          <a:lstStyle>
            <a:lvl1pPr indent="-228600" lvl="0" marL="457200" algn="l">
              <a:lnSpc>
                <a:spcPct val="95000"/>
              </a:lnSpc>
              <a:spcBef>
                <a:spcPts val="0"/>
              </a:spcBef>
              <a:spcAft>
                <a:spcPts val="0"/>
              </a:spcAft>
              <a:buClr>
                <a:schemeClr val="lt1"/>
              </a:buClr>
              <a:buSzPts val="4300"/>
              <a:buFont typeface="Arial"/>
              <a:buNone/>
              <a:defRPr sz="4300">
                <a:solidFill>
                  <a:schemeClr val="lt1"/>
                </a:solidFill>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5">
  <p:cSld name="Quote 5">
    <p:spTree>
      <p:nvGrpSpPr>
        <p:cNvPr id="387" name="Shape 387"/>
        <p:cNvGrpSpPr/>
        <p:nvPr/>
      </p:nvGrpSpPr>
      <p:grpSpPr>
        <a:xfrm>
          <a:off x="0" y="0"/>
          <a:ext cx="0" cy="0"/>
          <a:chOff x="0" y="0"/>
          <a:chExt cx="0" cy="0"/>
        </a:xfrm>
      </p:grpSpPr>
      <p:sp>
        <p:nvSpPr>
          <p:cNvPr id="388" name="Google Shape;388;p67"/>
          <p:cNvSpPr txBox="1"/>
          <p:nvPr>
            <p:ph type="title"/>
          </p:nvPr>
        </p:nvSpPr>
        <p:spPr>
          <a:xfrm>
            <a:off x="2506436" y="4671787"/>
            <a:ext cx="7179129" cy="1028700"/>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lt1"/>
              </a:buClr>
              <a:buSzPts val="1400"/>
              <a:buFont typeface="Arial"/>
              <a:buNone/>
              <a:defRPr b="0" sz="1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67"/>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67"/>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67"/>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92" name="Google Shape;392;p67"/>
          <p:cNvSpPr txBox="1"/>
          <p:nvPr>
            <p:ph idx="1" type="body"/>
          </p:nvPr>
        </p:nvSpPr>
        <p:spPr>
          <a:xfrm>
            <a:off x="2506435" y="1623265"/>
            <a:ext cx="7179130" cy="3048522"/>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0"/>
              </a:spcBef>
              <a:spcAft>
                <a:spcPts val="0"/>
              </a:spcAft>
              <a:buClr>
                <a:schemeClr val="lt1"/>
              </a:buClr>
              <a:buSzPts val="4000"/>
              <a:buFont typeface="Arial"/>
              <a:buNone/>
              <a:defRPr sz="4000">
                <a:solidFill>
                  <a:schemeClr val="lt1"/>
                </a:solidFill>
              </a:defRPr>
            </a:lvl1pPr>
            <a:lvl2pPr indent="-228600" lvl="1" marL="914400" algn="l">
              <a:lnSpc>
                <a:spcPct val="120000"/>
              </a:lnSpc>
              <a:spcBef>
                <a:spcPts val="500"/>
              </a:spcBef>
              <a:spcAft>
                <a:spcPts val="0"/>
              </a:spcAft>
              <a:buClr>
                <a:schemeClr val="lt1"/>
              </a:buClr>
              <a:buSzPts val="1800"/>
              <a:buNone/>
              <a:defRPr/>
            </a:lvl2pPr>
            <a:lvl3pPr indent="-228600" lvl="2" marL="1371600" algn="l">
              <a:lnSpc>
                <a:spcPct val="120000"/>
              </a:lnSpc>
              <a:spcBef>
                <a:spcPts val="500"/>
              </a:spcBef>
              <a:spcAft>
                <a:spcPts val="0"/>
              </a:spcAft>
              <a:buClr>
                <a:schemeClr val="lt1"/>
              </a:buClr>
              <a:buSzPts val="1800"/>
              <a:buNone/>
              <a:defRPr/>
            </a:lvl3pPr>
            <a:lvl4pPr indent="-228600" lvl="3" marL="1828800" algn="l">
              <a:lnSpc>
                <a:spcPct val="120000"/>
              </a:lnSpc>
              <a:spcBef>
                <a:spcPts val="500"/>
              </a:spcBef>
              <a:spcAft>
                <a:spcPts val="0"/>
              </a:spcAft>
              <a:buClr>
                <a:schemeClr val="lt1"/>
              </a:buClr>
              <a:buSzPts val="1800"/>
              <a:buNone/>
              <a:defRPr/>
            </a:lvl4pPr>
            <a:lvl5pPr indent="-228600" lvl="4" marL="2286000" algn="l">
              <a:lnSpc>
                <a:spcPct val="120000"/>
              </a:lnSpc>
              <a:spcBef>
                <a:spcPts val="500"/>
              </a:spcBef>
              <a:spcAft>
                <a:spcPts val="0"/>
              </a:spcAft>
              <a:buClr>
                <a:schemeClr val="lt1"/>
              </a:buClr>
              <a:buSzPts val="18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3" name="Shape 393"/>
        <p:cNvGrpSpPr/>
        <p:nvPr/>
      </p:nvGrpSpPr>
      <p:grpSpPr>
        <a:xfrm>
          <a:off x="0" y="0"/>
          <a:ext cx="0" cy="0"/>
          <a:chOff x="0" y="0"/>
          <a:chExt cx="0" cy="0"/>
        </a:xfrm>
      </p:grpSpPr>
      <p:sp>
        <p:nvSpPr>
          <p:cNvPr id="394" name="Google Shape;394;p68"/>
          <p:cNvSpPr txBox="1"/>
          <p:nvPr>
            <p:ph type="title"/>
          </p:nvPr>
        </p:nvSpPr>
        <p:spPr>
          <a:xfrm>
            <a:off x="419100" y="1115568"/>
            <a:ext cx="8382000" cy="701657"/>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68"/>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68"/>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7" name="Google Shape;397;p68"/>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98" name="Google Shape;398;p68"/>
          <p:cNvSpPr txBox="1"/>
          <p:nvPr>
            <p:ph idx="1" type="body"/>
          </p:nvPr>
        </p:nvSpPr>
        <p:spPr>
          <a:xfrm>
            <a:off x="431800" y="1900238"/>
            <a:ext cx="4924425" cy="434816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9" name="Google Shape;399;p68"/>
          <p:cNvSpPr txBox="1"/>
          <p:nvPr>
            <p:ph idx="2" type="body"/>
          </p:nvPr>
        </p:nvSpPr>
        <p:spPr>
          <a:xfrm>
            <a:off x="5878824" y="1900238"/>
            <a:ext cx="4924425" cy="434816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00" name="Shape 400"/>
        <p:cNvGrpSpPr/>
        <p:nvPr/>
      </p:nvGrpSpPr>
      <p:grpSpPr>
        <a:xfrm>
          <a:off x="0" y="0"/>
          <a:ext cx="0" cy="0"/>
          <a:chOff x="0" y="0"/>
          <a:chExt cx="0" cy="0"/>
        </a:xfrm>
      </p:grpSpPr>
      <p:sp>
        <p:nvSpPr>
          <p:cNvPr id="401" name="Google Shape;401;p69"/>
          <p:cNvSpPr txBox="1"/>
          <p:nvPr>
            <p:ph type="title"/>
          </p:nvPr>
        </p:nvSpPr>
        <p:spPr>
          <a:xfrm>
            <a:off x="418655" y="932098"/>
            <a:ext cx="10835539" cy="704088"/>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2" name="Google Shape;402;p69"/>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3" name="Google Shape;403;p69"/>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4" name="Google Shape;404;p69"/>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5" name="Google Shape;405;p69"/>
          <p:cNvSpPr txBox="1"/>
          <p:nvPr>
            <p:ph idx="1" type="body"/>
          </p:nvPr>
        </p:nvSpPr>
        <p:spPr>
          <a:xfrm>
            <a:off x="418654" y="1675614"/>
            <a:ext cx="4913919"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cap="none">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06" name="Google Shape;406;p69"/>
          <p:cNvSpPr txBox="1"/>
          <p:nvPr>
            <p:ph idx="2" type="body"/>
          </p:nvPr>
        </p:nvSpPr>
        <p:spPr>
          <a:xfrm>
            <a:off x="431800" y="2285022"/>
            <a:ext cx="4900773" cy="396337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07" name="Google Shape;407;p69"/>
          <p:cNvSpPr txBox="1"/>
          <p:nvPr>
            <p:ph idx="3" type="body"/>
          </p:nvPr>
        </p:nvSpPr>
        <p:spPr>
          <a:xfrm>
            <a:off x="6286500" y="1675614"/>
            <a:ext cx="4967694"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cap="none">
                <a:solidFill>
                  <a:schemeClr val="lt1"/>
                </a:solidFill>
              </a:defRPr>
            </a:lvl1pPr>
            <a:lvl2pPr indent="-228600" lvl="1" marL="914400" algn="l">
              <a:lnSpc>
                <a:spcPct val="120000"/>
              </a:lnSpc>
              <a:spcBef>
                <a:spcPts val="500"/>
              </a:spcBef>
              <a:spcAft>
                <a:spcPts val="0"/>
              </a:spcAft>
              <a:buClr>
                <a:schemeClr val="lt1"/>
              </a:buClr>
              <a:buSzPts val="2000"/>
              <a:buNone/>
              <a:defRPr b="1" sz="2000"/>
            </a:lvl2pPr>
            <a:lvl3pPr indent="-228600" lvl="2" marL="1371600" algn="l">
              <a:lnSpc>
                <a:spcPct val="120000"/>
              </a:lnSpc>
              <a:spcBef>
                <a:spcPts val="500"/>
              </a:spcBef>
              <a:spcAft>
                <a:spcPts val="0"/>
              </a:spcAft>
              <a:buClr>
                <a:schemeClr val="lt1"/>
              </a:buClr>
              <a:buSzPts val="1800"/>
              <a:buNone/>
              <a:defRPr b="1" sz="1800"/>
            </a:lvl3pPr>
            <a:lvl4pPr indent="-228600" lvl="3" marL="1828800" algn="l">
              <a:lnSpc>
                <a:spcPct val="120000"/>
              </a:lnSpc>
              <a:spcBef>
                <a:spcPts val="500"/>
              </a:spcBef>
              <a:spcAft>
                <a:spcPts val="0"/>
              </a:spcAft>
              <a:buClr>
                <a:schemeClr val="lt1"/>
              </a:buClr>
              <a:buSzPts val="1600"/>
              <a:buNone/>
              <a:defRPr b="1" sz="1600"/>
            </a:lvl4pPr>
            <a:lvl5pPr indent="-228600" lvl="4" marL="2286000" algn="l">
              <a:lnSpc>
                <a:spcPct val="12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08" name="Google Shape;408;p69"/>
          <p:cNvSpPr txBox="1"/>
          <p:nvPr>
            <p:ph idx="4" type="body"/>
          </p:nvPr>
        </p:nvSpPr>
        <p:spPr>
          <a:xfrm>
            <a:off x="6279401" y="2285022"/>
            <a:ext cx="4982762" cy="396337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9" name="Shape 409"/>
        <p:cNvGrpSpPr/>
        <p:nvPr/>
      </p:nvGrpSpPr>
      <p:grpSpPr>
        <a:xfrm>
          <a:off x="0" y="0"/>
          <a:ext cx="0" cy="0"/>
          <a:chOff x="0" y="0"/>
          <a:chExt cx="0" cy="0"/>
        </a:xfrm>
      </p:grpSpPr>
      <p:sp>
        <p:nvSpPr>
          <p:cNvPr id="410" name="Google Shape;410;p70"/>
          <p:cNvSpPr txBox="1"/>
          <p:nvPr>
            <p:ph type="title"/>
          </p:nvPr>
        </p:nvSpPr>
        <p:spPr>
          <a:xfrm>
            <a:off x="420791" y="1113510"/>
            <a:ext cx="8380309" cy="876193"/>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1" name="Google Shape;411;p70"/>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70"/>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3" name="Google Shape;413;p70"/>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414" name="Shape 414"/>
        <p:cNvGrpSpPr/>
        <p:nvPr/>
      </p:nvGrpSpPr>
      <p:grpSpPr>
        <a:xfrm>
          <a:off x="0" y="0"/>
          <a:ext cx="0" cy="0"/>
          <a:chOff x="0" y="0"/>
          <a:chExt cx="0" cy="0"/>
        </a:xfrm>
      </p:grpSpPr>
      <p:sp>
        <p:nvSpPr>
          <p:cNvPr id="415" name="Google Shape;415;p71"/>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6" name="Google Shape;416;p71"/>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71"/>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18" name="Shape 418"/>
        <p:cNvGrpSpPr/>
        <p:nvPr/>
      </p:nvGrpSpPr>
      <p:grpSpPr>
        <a:xfrm>
          <a:off x="0" y="0"/>
          <a:ext cx="0" cy="0"/>
          <a:chOff x="0" y="0"/>
          <a:chExt cx="0" cy="0"/>
        </a:xfrm>
      </p:grpSpPr>
      <p:sp>
        <p:nvSpPr>
          <p:cNvPr id="419" name="Google Shape;419;p72"/>
          <p:cNvSpPr txBox="1"/>
          <p:nvPr>
            <p:ph type="title"/>
          </p:nvPr>
        </p:nvSpPr>
        <p:spPr>
          <a:xfrm>
            <a:off x="432393" y="1115568"/>
            <a:ext cx="3363393" cy="13716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72"/>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1" name="Google Shape;421;p72"/>
          <p:cNvSpPr txBox="1"/>
          <p:nvPr>
            <p:ph idx="10" type="dt"/>
          </p:nvPr>
        </p:nvSpPr>
        <p:spPr>
          <a:xfrm>
            <a:off x="4838700" y="214858"/>
            <a:ext cx="148590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2" name="Google Shape;422;p72"/>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3" name="Google Shape;423;p72"/>
          <p:cNvSpPr txBox="1"/>
          <p:nvPr>
            <p:ph idx="1" type="body"/>
          </p:nvPr>
        </p:nvSpPr>
        <p:spPr>
          <a:xfrm>
            <a:off x="432393" y="2563585"/>
            <a:ext cx="3363393" cy="3684815"/>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sz="1400">
                <a:solidFill>
                  <a:schemeClr val="lt1"/>
                </a:solidFill>
              </a:defRPr>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424" name="Google Shape;424;p72"/>
          <p:cNvSpPr txBox="1"/>
          <p:nvPr>
            <p:ph idx="2" type="body"/>
          </p:nvPr>
        </p:nvSpPr>
        <p:spPr>
          <a:xfrm>
            <a:off x="4838700" y="1104900"/>
            <a:ext cx="6934200" cy="520128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sz="1400">
                <a:solidFill>
                  <a:schemeClr val="lt1"/>
                </a:solidFill>
              </a:defRPr>
            </a:lvl1pPr>
            <a:lvl2pPr indent="-228600" lvl="1" marL="914400" algn="l">
              <a:lnSpc>
                <a:spcPct val="120000"/>
              </a:lnSpc>
              <a:spcBef>
                <a:spcPts val="500"/>
              </a:spcBef>
              <a:spcAft>
                <a:spcPts val="0"/>
              </a:spcAft>
              <a:buClr>
                <a:schemeClr val="lt1"/>
              </a:buClr>
              <a:buSzPts val="1200"/>
              <a:buNone/>
              <a:defRPr sz="1200">
                <a:solidFill>
                  <a:schemeClr val="lt1"/>
                </a:solidFill>
              </a:defRPr>
            </a:lvl2pPr>
            <a:lvl3pPr indent="-228600" lvl="2" marL="1371600" algn="l">
              <a:lnSpc>
                <a:spcPct val="120000"/>
              </a:lnSpc>
              <a:spcBef>
                <a:spcPts val="500"/>
              </a:spcBef>
              <a:spcAft>
                <a:spcPts val="0"/>
              </a:spcAft>
              <a:buClr>
                <a:schemeClr val="lt1"/>
              </a:buClr>
              <a:buSzPts val="1200"/>
              <a:buNone/>
              <a:defRPr sz="1200">
                <a:solidFill>
                  <a:schemeClr val="lt1"/>
                </a:solidFill>
              </a:defRPr>
            </a:lvl3pPr>
            <a:lvl4pPr indent="-228600" lvl="3" marL="1828800" algn="l">
              <a:lnSpc>
                <a:spcPct val="120000"/>
              </a:lnSpc>
              <a:spcBef>
                <a:spcPts val="500"/>
              </a:spcBef>
              <a:spcAft>
                <a:spcPts val="0"/>
              </a:spcAft>
              <a:buClr>
                <a:schemeClr val="lt1"/>
              </a:buClr>
              <a:buSzPts val="1200"/>
              <a:buNone/>
              <a:defRPr sz="1200">
                <a:solidFill>
                  <a:schemeClr val="lt1"/>
                </a:solidFill>
              </a:defRPr>
            </a:lvl4pPr>
            <a:lvl5pPr indent="-228600" lvl="4" marL="2286000" algn="l">
              <a:lnSpc>
                <a:spcPct val="120000"/>
              </a:lnSpc>
              <a:spcBef>
                <a:spcPts val="500"/>
              </a:spcBef>
              <a:spcAft>
                <a:spcPts val="0"/>
              </a:spcAft>
              <a:buClr>
                <a:schemeClr val="lt1"/>
              </a:buClr>
              <a:buSzPts val="1200"/>
              <a:buNone/>
              <a:defRPr sz="1200">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25" name="Shape 425"/>
        <p:cNvGrpSpPr/>
        <p:nvPr/>
      </p:nvGrpSpPr>
      <p:grpSpPr>
        <a:xfrm>
          <a:off x="0" y="0"/>
          <a:ext cx="0" cy="0"/>
          <a:chOff x="0" y="0"/>
          <a:chExt cx="0" cy="0"/>
        </a:xfrm>
      </p:grpSpPr>
      <p:sp>
        <p:nvSpPr>
          <p:cNvPr id="426" name="Google Shape;426;p73"/>
          <p:cNvSpPr txBox="1"/>
          <p:nvPr>
            <p:ph type="title"/>
          </p:nvPr>
        </p:nvSpPr>
        <p:spPr>
          <a:xfrm>
            <a:off x="429768" y="1104901"/>
            <a:ext cx="2932434" cy="16002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3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7" name="Google Shape;427;p73"/>
          <p:cNvSpPr txBox="1"/>
          <p:nvPr>
            <p:ph idx="11" type="ftr"/>
          </p:nvPr>
        </p:nvSpPr>
        <p:spPr>
          <a:xfrm>
            <a:off x="429768" y="219456"/>
            <a:ext cx="2016929"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8" name="Google Shape;428;p73"/>
          <p:cNvSpPr txBox="1"/>
          <p:nvPr>
            <p:ph idx="10" type="dt"/>
          </p:nvPr>
        </p:nvSpPr>
        <p:spPr>
          <a:xfrm>
            <a:off x="4838700" y="219456"/>
            <a:ext cx="1429845"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73"/>
          <p:cNvSpPr txBox="1"/>
          <p:nvPr>
            <p:ph idx="12" type="sldNum"/>
          </p:nvPr>
        </p:nvSpPr>
        <p:spPr>
          <a:xfrm>
            <a:off x="11287593" y="216280"/>
            <a:ext cx="560633"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30" name="Google Shape;430;p73"/>
          <p:cNvSpPr txBox="1"/>
          <p:nvPr>
            <p:ph idx="1" type="body"/>
          </p:nvPr>
        </p:nvSpPr>
        <p:spPr>
          <a:xfrm>
            <a:off x="1866900" y="3345180"/>
            <a:ext cx="2620859" cy="3093720"/>
          </a:xfrm>
          <a:prstGeom prst="rect">
            <a:avLst/>
          </a:prstGeom>
          <a:noFill/>
          <a:ln>
            <a:noFill/>
          </a:ln>
        </p:spPr>
        <p:txBody>
          <a:bodyPr anchorCtr="0" anchor="b" bIns="45700" lIns="91425" spcFirstLastPara="1" rIns="91425" wrap="square" tIns="45700">
            <a:normAutofit/>
          </a:bodyPr>
          <a:lstStyle>
            <a:lvl1pPr indent="-228600" lvl="0" marL="457200" algn="r">
              <a:lnSpc>
                <a:spcPct val="120000"/>
              </a:lnSpc>
              <a:spcBef>
                <a:spcPts val="1000"/>
              </a:spcBef>
              <a:spcAft>
                <a:spcPts val="0"/>
              </a:spcAft>
              <a:buClr>
                <a:schemeClr val="lt1"/>
              </a:buClr>
              <a:buSzPts val="1400"/>
              <a:buNone/>
              <a:defRPr sz="1400">
                <a:solidFill>
                  <a:schemeClr val="lt1"/>
                </a:solidFill>
              </a:defRPr>
            </a:lvl1pPr>
            <a:lvl2pPr indent="-228600" lvl="1" marL="914400" algn="l">
              <a:lnSpc>
                <a:spcPct val="120000"/>
              </a:lnSpc>
              <a:spcBef>
                <a:spcPts val="500"/>
              </a:spcBef>
              <a:spcAft>
                <a:spcPts val="0"/>
              </a:spcAft>
              <a:buClr>
                <a:schemeClr val="lt1"/>
              </a:buClr>
              <a:buSzPts val="1400"/>
              <a:buNone/>
              <a:defRPr sz="1400"/>
            </a:lvl2pPr>
            <a:lvl3pPr indent="-228600" lvl="2" marL="1371600" algn="l">
              <a:lnSpc>
                <a:spcPct val="120000"/>
              </a:lnSpc>
              <a:spcBef>
                <a:spcPts val="500"/>
              </a:spcBef>
              <a:spcAft>
                <a:spcPts val="0"/>
              </a:spcAft>
              <a:buClr>
                <a:schemeClr val="lt1"/>
              </a:buClr>
              <a:buSzPts val="1200"/>
              <a:buNone/>
              <a:defRPr sz="1200"/>
            </a:lvl3pPr>
            <a:lvl4pPr indent="-228600" lvl="3" marL="1828800" algn="l">
              <a:lnSpc>
                <a:spcPct val="120000"/>
              </a:lnSpc>
              <a:spcBef>
                <a:spcPts val="500"/>
              </a:spcBef>
              <a:spcAft>
                <a:spcPts val="0"/>
              </a:spcAft>
              <a:buClr>
                <a:schemeClr val="lt1"/>
              </a:buClr>
              <a:buSzPts val="1000"/>
              <a:buNone/>
              <a:defRPr sz="1000"/>
            </a:lvl4pPr>
            <a:lvl5pPr indent="-228600" lvl="4" marL="2286000" algn="l">
              <a:lnSpc>
                <a:spcPct val="12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pic>
        <p:nvPicPr>
          <p:cNvPr id="431" name="Google Shape;431;p73"/>
          <p:cNvPicPr preferRelativeResize="0"/>
          <p:nvPr>
            <p:ph idx="2" type="pic"/>
          </p:nvPr>
        </p:nvPicPr>
        <p:blipFill/>
        <p:spPr>
          <a:xfrm>
            <a:off x="4924129" y="1104900"/>
            <a:ext cx="7267870" cy="5753100"/>
          </a:xfrm>
          <a:prstGeom prst="rect">
            <a:avLst/>
          </a:prstGeom>
          <a:blipFill rotWithShape="1">
            <a:blip r:embed="rId2">
              <a:alphaModFix amt="60000"/>
            </a:blip>
            <a:stretch>
              <a:fillRect b="0" l="0" r="0" t="0"/>
            </a:stretch>
          </a:blip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spTree>
      <p:nvGrpSpPr>
        <p:cNvPr id="432" name="Shape 432"/>
        <p:cNvGrpSpPr/>
        <p:nvPr/>
      </p:nvGrpSpPr>
      <p:grpSpPr>
        <a:xfrm>
          <a:off x="0" y="0"/>
          <a:ext cx="0" cy="0"/>
          <a:chOff x="0" y="0"/>
          <a:chExt cx="0" cy="0"/>
        </a:xfrm>
      </p:grpSpPr>
      <p:pic>
        <p:nvPicPr>
          <p:cNvPr descr="A red and purple light&#10;&#10;AI-generated content may be incorrect." id="433" name="Google Shape;433;p74"/>
          <p:cNvPicPr preferRelativeResize="0"/>
          <p:nvPr/>
        </p:nvPicPr>
        <p:blipFill rotWithShape="1">
          <a:blip r:embed="rId2">
            <a:alphaModFix/>
          </a:blip>
          <a:srcRect b="0" l="0" r="7892" t="0"/>
          <a:stretch/>
        </p:blipFill>
        <p:spPr>
          <a:xfrm flipH="1">
            <a:off x="-1" y="0"/>
            <a:ext cx="12191999" cy="6858000"/>
          </a:xfrm>
          <a:prstGeom prst="rect">
            <a:avLst/>
          </a:prstGeom>
          <a:noFill/>
          <a:ln>
            <a:noFill/>
          </a:ln>
        </p:spPr>
      </p:pic>
      <p:sp>
        <p:nvSpPr>
          <p:cNvPr id="434" name="Google Shape;434;p74"/>
          <p:cNvSpPr txBox="1"/>
          <p:nvPr>
            <p:ph type="title"/>
          </p:nvPr>
        </p:nvSpPr>
        <p:spPr>
          <a:xfrm>
            <a:off x="432393" y="758952"/>
            <a:ext cx="7609668" cy="1734866"/>
          </a:xfrm>
          <a:prstGeom prst="rect">
            <a:avLst/>
          </a:prstGeom>
          <a:noFill/>
          <a:ln>
            <a:noFill/>
          </a:ln>
        </p:spPr>
        <p:txBody>
          <a:bodyPr anchorCtr="0" anchor="t" bIns="45700" lIns="91425" spcFirstLastPara="1" rIns="91425" wrap="square" tIns="45700">
            <a:noAutofit/>
          </a:bodyPr>
          <a:lstStyle>
            <a:lvl1pPr lvl="0" algn="l">
              <a:lnSpc>
                <a:spcPct val="85000"/>
              </a:lnSpc>
              <a:spcBef>
                <a:spcPts val="0"/>
              </a:spcBef>
              <a:spcAft>
                <a:spcPts val="0"/>
              </a:spcAft>
              <a:buClr>
                <a:schemeClr val="lt1"/>
              </a:buClr>
              <a:buSzPts val="7200"/>
              <a:buFont typeface="Arial"/>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74"/>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6" name="Google Shape;436;p74"/>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7" name="Google Shape;437;p74"/>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38" name="Google Shape;438;p74"/>
          <p:cNvSpPr txBox="1"/>
          <p:nvPr>
            <p:ph idx="1" type="body"/>
          </p:nvPr>
        </p:nvSpPr>
        <p:spPr>
          <a:xfrm>
            <a:off x="419100" y="2705101"/>
            <a:ext cx="8801100" cy="294755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p:cSld name="Conclusion 2">
    <p:spTree>
      <p:nvGrpSpPr>
        <p:cNvPr id="439" name="Shape 439"/>
        <p:cNvGrpSpPr/>
        <p:nvPr/>
      </p:nvGrpSpPr>
      <p:grpSpPr>
        <a:xfrm>
          <a:off x="0" y="0"/>
          <a:ext cx="0" cy="0"/>
          <a:chOff x="0" y="0"/>
          <a:chExt cx="0" cy="0"/>
        </a:xfrm>
      </p:grpSpPr>
      <p:pic>
        <p:nvPicPr>
          <p:cNvPr descr="A red and purple light&#10;&#10;AI-generated content may be incorrect." id="440" name="Google Shape;440;p75"/>
          <p:cNvPicPr preferRelativeResize="0"/>
          <p:nvPr/>
        </p:nvPicPr>
        <p:blipFill rotWithShape="1">
          <a:blip r:embed="rId2">
            <a:alphaModFix/>
          </a:blip>
          <a:srcRect b="0" l="0" r="7892" t="0"/>
          <a:stretch/>
        </p:blipFill>
        <p:spPr>
          <a:xfrm flipH="1">
            <a:off x="-1" y="0"/>
            <a:ext cx="12191999" cy="6858000"/>
          </a:xfrm>
          <a:prstGeom prst="rect">
            <a:avLst/>
          </a:prstGeom>
          <a:noFill/>
          <a:ln>
            <a:noFill/>
          </a:ln>
        </p:spPr>
      </p:pic>
      <p:sp>
        <p:nvSpPr>
          <p:cNvPr id="441" name="Google Shape;441;p75"/>
          <p:cNvSpPr txBox="1"/>
          <p:nvPr>
            <p:ph type="title"/>
          </p:nvPr>
        </p:nvSpPr>
        <p:spPr>
          <a:xfrm>
            <a:off x="420792" y="2704772"/>
            <a:ext cx="5465660" cy="2733384"/>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1"/>
              </a:buClr>
              <a:buSzPts val="7200"/>
              <a:buFont typeface="Arial"/>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2" name="Google Shape;442;p75"/>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3" name="Google Shape;443;p75"/>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75"/>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45" name="Google Shape;445;p75"/>
          <p:cNvSpPr txBox="1"/>
          <p:nvPr>
            <p:ph idx="1" type="body"/>
          </p:nvPr>
        </p:nvSpPr>
        <p:spPr>
          <a:xfrm>
            <a:off x="6305550" y="2705100"/>
            <a:ext cx="4410075" cy="156210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a:solidFill>
                  <a:schemeClr val="lt1"/>
                </a:solidFill>
              </a:defRPr>
            </a:lvl1pPr>
            <a:lvl2pPr indent="-228600" lvl="1" marL="914400" algn="l">
              <a:lnSpc>
                <a:spcPct val="120000"/>
              </a:lnSpc>
              <a:spcBef>
                <a:spcPts val="500"/>
              </a:spcBef>
              <a:spcAft>
                <a:spcPts val="0"/>
              </a:spcAft>
              <a:buClr>
                <a:schemeClr val="lt1"/>
              </a:buClr>
              <a:buSzPts val="1400"/>
              <a:buNone/>
              <a:defRPr>
                <a:solidFill>
                  <a:schemeClr val="lt1"/>
                </a:solidFill>
              </a:defRPr>
            </a:lvl2pPr>
            <a:lvl3pPr indent="-228600" lvl="2" marL="1371600" algn="l">
              <a:lnSpc>
                <a:spcPct val="120000"/>
              </a:lnSpc>
              <a:spcBef>
                <a:spcPts val="500"/>
              </a:spcBef>
              <a:spcAft>
                <a:spcPts val="0"/>
              </a:spcAft>
              <a:buClr>
                <a:schemeClr val="lt1"/>
              </a:buClr>
              <a:buSzPts val="1400"/>
              <a:buNone/>
              <a:defRPr>
                <a:solidFill>
                  <a:schemeClr val="lt1"/>
                </a:solidFill>
              </a:defRPr>
            </a:lvl3pPr>
            <a:lvl4pPr indent="-228600" lvl="3" marL="1828800" algn="l">
              <a:lnSpc>
                <a:spcPct val="120000"/>
              </a:lnSpc>
              <a:spcBef>
                <a:spcPts val="500"/>
              </a:spcBef>
              <a:spcAft>
                <a:spcPts val="0"/>
              </a:spcAft>
              <a:buClr>
                <a:schemeClr val="lt1"/>
              </a:buClr>
              <a:buSzPts val="1400"/>
              <a:buNone/>
              <a:defRPr>
                <a:solidFill>
                  <a:schemeClr val="lt1"/>
                </a:solidFill>
              </a:defRPr>
            </a:lvl4pPr>
            <a:lvl5pPr indent="-228600" lvl="4" marL="2286000" algn="l">
              <a:lnSpc>
                <a:spcPct val="120000"/>
              </a:lnSpc>
              <a:spcBef>
                <a:spcPts val="500"/>
              </a:spcBef>
              <a:spcAft>
                <a:spcPts val="0"/>
              </a:spcAft>
              <a:buClr>
                <a:schemeClr val="lt1"/>
              </a:buClr>
              <a:buSzPts val="1400"/>
              <a:buNone/>
              <a:defRPr>
                <a:solidFill>
                  <a:schemeClr val="lt1"/>
                </a:solidFill>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theme" Target="../theme/theme1.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lvl1pPr lvl="0" marR="0" rtl="0" algn="l">
              <a:lnSpc>
                <a:spcPct val="85000"/>
              </a:lnSpc>
              <a:spcBef>
                <a:spcPts val="0"/>
              </a:spcBef>
              <a:spcAft>
                <a:spcPts val="0"/>
              </a:spcAft>
              <a:buClr>
                <a:schemeClr val="lt1"/>
              </a:buClr>
              <a:buSzPts val="3000"/>
              <a:buFont typeface="Arial"/>
              <a:buNone/>
              <a:defRPr b="0" i="0" sz="3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20000"/>
              </a:lnSpc>
              <a:spcBef>
                <a:spcPts val="10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120000"/>
              </a:lnSpc>
              <a:spcBef>
                <a:spcPts val="5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228600" lvl="2" marL="1371600" marR="0" rtl="0" algn="l">
              <a:lnSpc>
                <a:spcPct val="120000"/>
              </a:lnSpc>
              <a:spcBef>
                <a:spcPts val="5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228600" lvl="3" marL="1828800" marR="0" rtl="0" algn="l">
              <a:lnSpc>
                <a:spcPct val="120000"/>
              </a:lnSpc>
              <a:spcBef>
                <a:spcPts val="5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228600" lvl="4" marL="2286000" marR="0" rtl="0" algn="l">
              <a:lnSpc>
                <a:spcPct val="120000"/>
              </a:lnSpc>
              <a:spcBef>
                <a:spcPts val="5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2" name="Google Shape;12;p12"/>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12"/>
          <p:cNvSpPr txBox="1"/>
          <p:nvPr>
            <p:ph idx="10" type="dt"/>
          </p:nvPr>
        </p:nvSpPr>
        <p:spPr>
          <a:xfrm>
            <a:off x="8801100" y="214858"/>
            <a:ext cx="1920240" cy="33832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12"/>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700" u="none" cap="none" strike="noStrike">
                <a:solidFill>
                  <a:schemeClr val="lt1"/>
                </a:solidFill>
                <a:latin typeface="Arial"/>
                <a:ea typeface="Arial"/>
                <a:cs typeface="Arial"/>
                <a:sym typeface="Arial"/>
              </a:defRPr>
            </a:lvl1pPr>
            <a:lvl2pPr indent="0" lvl="1" marL="0" marR="0" rtl="0" algn="r">
              <a:spcBef>
                <a:spcPts val="0"/>
              </a:spcBef>
              <a:buNone/>
              <a:defRPr b="0" i="0" sz="700" u="none" cap="none" strike="noStrike">
                <a:solidFill>
                  <a:schemeClr val="lt1"/>
                </a:solidFill>
                <a:latin typeface="Arial"/>
                <a:ea typeface="Arial"/>
                <a:cs typeface="Arial"/>
                <a:sym typeface="Arial"/>
              </a:defRPr>
            </a:lvl2pPr>
            <a:lvl3pPr indent="0" lvl="2" marL="0" marR="0" rtl="0" algn="r">
              <a:spcBef>
                <a:spcPts val="0"/>
              </a:spcBef>
              <a:buNone/>
              <a:defRPr b="0" i="0" sz="700" u="none" cap="none" strike="noStrike">
                <a:solidFill>
                  <a:schemeClr val="lt1"/>
                </a:solidFill>
                <a:latin typeface="Arial"/>
                <a:ea typeface="Arial"/>
                <a:cs typeface="Arial"/>
                <a:sym typeface="Arial"/>
              </a:defRPr>
            </a:lvl3pPr>
            <a:lvl4pPr indent="0" lvl="3" marL="0" marR="0" rtl="0" algn="r">
              <a:spcBef>
                <a:spcPts val="0"/>
              </a:spcBef>
              <a:buNone/>
              <a:defRPr b="0" i="0" sz="700" u="none" cap="none" strike="noStrike">
                <a:solidFill>
                  <a:schemeClr val="lt1"/>
                </a:solidFill>
                <a:latin typeface="Arial"/>
                <a:ea typeface="Arial"/>
                <a:cs typeface="Arial"/>
                <a:sym typeface="Arial"/>
              </a:defRPr>
            </a:lvl4pPr>
            <a:lvl5pPr indent="0" lvl="4" marL="0" marR="0" rtl="0" algn="r">
              <a:spcBef>
                <a:spcPts val="0"/>
              </a:spcBef>
              <a:buNone/>
              <a:defRPr b="0" i="0" sz="700" u="none" cap="none" strike="noStrike">
                <a:solidFill>
                  <a:schemeClr val="lt1"/>
                </a:solidFill>
                <a:latin typeface="Arial"/>
                <a:ea typeface="Arial"/>
                <a:cs typeface="Arial"/>
                <a:sym typeface="Arial"/>
              </a:defRPr>
            </a:lvl5pPr>
            <a:lvl6pPr indent="0" lvl="5" marL="0" marR="0" rtl="0" algn="r">
              <a:spcBef>
                <a:spcPts val="0"/>
              </a:spcBef>
              <a:buNone/>
              <a:defRPr b="0" i="0" sz="700" u="none" cap="none" strike="noStrike">
                <a:solidFill>
                  <a:schemeClr val="lt1"/>
                </a:solidFill>
                <a:latin typeface="Arial"/>
                <a:ea typeface="Arial"/>
                <a:cs typeface="Arial"/>
                <a:sym typeface="Arial"/>
              </a:defRPr>
            </a:lvl6pPr>
            <a:lvl7pPr indent="0" lvl="6" marL="0" marR="0" rtl="0" algn="r">
              <a:spcBef>
                <a:spcPts val="0"/>
              </a:spcBef>
              <a:buNone/>
              <a:defRPr b="0" i="0" sz="700" u="none" cap="none" strike="noStrike">
                <a:solidFill>
                  <a:schemeClr val="lt1"/>
                </a:solidFill>
                <a:latin typeface="Arial"/>
                <a:ea typeface="Arial"/>
                <a:cs typeface="Arial"/>
                <a:sym typeface="Arial"/>
              </a:defRPr>
            </a:lvl7pPr>
            <a:lvl8pPr indent="0" lvl="7" marL="0" marR="0" rtl="0" algn="r">
              <a:spcBef>
                <a:spcPts val="0"/>
              </a:spcBef>
              <a:buNone/>
              <a:defRPr b="0" i="0" sz="700" u="none" cap="none" strike="noStrike">
                <a:solidFill>
                  <a:schemeClr val="lt1"/>
                </a:solidFill>
                <a:latin typeface="Arial"/>
                <a:ea typeface="Arial"/>
                <a:cs typeface="Arial"/>
                <a:sym typeface="Arial"/>
              </a:defRPr>
            </a:lvl8pPr>
            <a:lvl9pPr indent="0" lvl="8" marL="0" marR="0" rt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64">
          <p15:clr>
            <a:srgbClr val="F26B43"/>
          </p15:clr>
        </p15:guide>
        <p15:guide id="2" orient="horz" pos="264">
          <p15:clr>
            <a:srgbClr val="F26B43"/>
          </p15:clr>
        </p15:guide>
        <p15:guide id="3" pos="7416">
          <p15:clr>
            <a:srgbClr val="F26B43"/>
          </p15:clr>
        </p15:guide>
        <p15:guide id="4" pos="4632">
          <p15:clr>
            <a:srgbClr val="F26B43"/>
          </p15:clr>
        </p15:guide>
        <p15:guide id="5" pos="5544">
          <p15:clr>
            <a:srgbClr val="F26B43"/>
          </p15:clr>
        </p15:guide>
        <p15:guide id="6" pos="2784">
          <p15:clr>
            <a:srgbClr val="F26B43"/>
          </p15:clr>
        </p15:guide>
        <p15:guide id="7" pos="3048">
          <p15:clr>
            <a:srgbClr val="F26B43"/>
          </p15:clr>
        </p15:guide>
        <p15:guide id="8" pos="3960">
          <p15:clr>
            <a:srgbClr val="F26B43"/>
          </p15:clr>
        </p15:guide>
        <p15:guide id="9" pos="1176">
          <p15:clr>
            <a:srgbClr val="F26B43"/>
          </p15:clr>
        </p15:guide>
        <p15:guide id="10" pos="912">
          <p15:clr>
            <a:srgbClr val="F26B43"/>
          </p15:clr>
        </p15:guide>
        <p15:guide id="11" pos="3696">
          <p15:clr>
            <a:srgbClr val="F26B43"/>
          </p15:clr>
        </p15:guide>
        <p15:guide id="12" pos="1848">
          <p15:clr>
            <a:srgbClr val="F26B43"/>
          </p15:clr>
        </p15:guide>
        <p15:guide id="13" pos="2112">
          <p15:clr>
            <a:srgbClr val="F26B43"/>
          </p15:clr>
        </p15:guide>
        <p15:guide id="14" pos="6528">
          <p15:clr>
            <a:srgbClr val="F26B43"/>
          </p15:clr>
        </p15:guide>
        <p15:guide id="15" pos="6744">
          <p15:clr>
            <a:srgbClr val="F26B43"/>
          </p15:clr>
        </p15:guide>
        <p15:guide id="16"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
          <p:cNvSpPr txBox="1"/>
          <p:nvPr>
            <p:ph type="ctrTitle"/>
          </p:nvPr>
        </p:nvSpPr>
        <p:spPr>
          <a:xfrm>
            <a:off x="6295259" y="1820486"/>
            <a:ext cx="4800600" cy="27621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4800"/>
              <a:buFont typeface="Arial"/>
              <a:buNone/>
            </a:pPr>
            <a:r>
              <a:rPr lang="en-US"/>
              <a:t>Aerial Robotics</a:t>
            </a:r>
            <a:endParaRPr/>
          </a:p>
        </p:txBody>
      </p:sp>
      <p:sp>
        <p:nvSpPr>
          <p:cNvPr id="451" name="Google Shape;451;p1"/>
          <p:cNvSpPr txBox="1"/>
          <p:nvPr>
            <p:ph idx="1" type="subTitle"/>
          </p:nvPr>
        </p:nvSpPr>
        <p:spPr>
          <a:xfrm>
            <a:off x="6295260" y="4714821"/>
            <a:ext cx="3830874" cy="1496616"/>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lt1"/>
              </a:buClr>
              <a:buSzPts val="1800"/>
              <a:buNone/>
            </a:pPr>
            <a:r>
              <a:rPr lang="en-US" sz="1800"/>
              <a:t>Aurora Robotics</a:t>
            </a:r>
            <a:endParaRPr/>
          </a:p>
          <a:p>
            <a:pPr indent="0" lvl="0" marL="0" rtl="0" algn="l">
              <a:lnSpc>
                <a:spcPct val="120000"/>
              </a:lnSpc>
              <a:spcBef>
                <a:spcPts val="1000"/>
              </a:spcBef>
              <a:spcAft>
                <a:spcPts val="0"/>
              </a:spcAft>
              <a:buClr>
                <a:schemeClr val="lt1"/>
              </a:buClr>
              <a:buSzPts val="1400"/>
              <a:buNone/>
            </a:pPr>
            <a:r>
              <a:t/>
            </a:r>
            <a:endParaRPr/>
          </a:p>
          <a:p>
            <a:pPr indent="0" lvl="0" marL="0" rtl="0" algn="l">
              <a:lnSpc>
                <a:spcPct val="120000"/>
              </a:lnSpc>
              <a:spcBef>
                <a:spcPts val="1000"/>
              </a:spcBef>
              <a:spcAft>
                <a:spcPts val="0"/>
              </a:spcAft>
              <a:buClr>
                <a:schemeClr val="lt1"/>
              </a:buClr>
              <a:buSzPts val="1600"/>
              <a:buNone/>
            </a:pPr>
            <a:r>
              <a:rPr lang="en-US" sz="1600"/>
              <a:t>O. C. Kogo</a:t>
            </a:r>
            <a:endParaRPr/>
          </a:p>
        </p:txBody>
      </p:sp>
      <p:sp>
        <p:nvSpPr>
          <p:cNvPr id="452" name="Google Shape;452;p1"/>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Course Content</a:t>
            </a:r>
            <a:endParaRPr/>
          </a:p>
        </p:txBody>
      </p:sp>
      <p:sp>
        <p:nvSpPr>
          <p:cNvPr id="458" name="Google Shape;458;p2"/>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COURSE CONTENT</a:t>
            </a:r>
            <a:endParaRPr/>
          </a:p>
        </p:txBody>
      </p:sp>
      <p:sp>
        <p:nvSpPr>
          <p:cNvPr id="459" name="Google Shape;459;p2"/>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460" name="Google Shape;460;p2"/>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1" name="Google Shape;461;p2"/>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lt1"/>
              </a:buClr>
              <a:buSzPts val="1400"/>
              <a:buNone/>
            </a:pPr>
            <a:r>
              <a:rPr lang="en-US"/>
              <a:t>Introduction to Aerial Robotics</a:t>
            </a:r>
            <a:endParaRPr/>
          </a:p>
          <a:p>
            <a:pPr indent="0" lvl="0" marL="0" rtl="0" algn="l">
              <a:lnSpc>
                <a:spcPct val="120000"/>
              </a:lnSpc>
              <a:spcBef>
                <a:spcPts val="1000"/>
              </a:spcBef>
              <a:spcAft>
                <a:spcPts val="0"/>
              </a:spcAft>
              <a:buClr>
                <a:schemeClr val="lt1"/>
              </a:buClr>
              <a:buSzPts val="1400"/>
              <a:buNone/>
            </a:pPr>
            <a:r>
              <a:rPr lang="en-US"/>
              <a:t>Programming and Version Control </a:t>
            </a:r>
            <a:endParaRPr/>
          </a:p>
          <a:p>
            <a:pPr indent="0" lvl="0" marL="0" rtl="0" algn="l">
              <a:lnSpc>
                <a:spcPct val="120000"/>
              </a:lnSpc>
              <a:spcBef>
                <a:spcPts val="1000"/>
              </a:spcBef>
              <a:spcAft>
                <a:spcPts val="0"/>
              </a:spcAft>
              <a:buClr>
                <a:schemeClr val="lt1"/>
              </a:buClr>
              <a:buSzPts val="1400"/>
              <a:buNone/>
            </a:pPr>
            <a:r>
              <a:rPr lang="en-US"/>
              <a:t>Control Theory and State Estimation </a:t>
            </a:r>
            <a:endParaRPr/>
          </a:p>
          <a:p>
            <a:pPr indent="0" lvl="0" marL="0" rtl="0" algn="l">
              <a:lnSpc>
                <a:spcPct val="120000"/>
              </a:lnSpc>
              <a:spcBef>
                <a:spcPts val="1000"/>
              </a:spcBef>
              <a:spcAft>
                <a:spcPts val="0"/>
              </a:spcAft>
              <a:buClr>
                <a:schemeClr val="lt1"/>
              </a:buClr>
              <a:buSzPts val="1400"/>
              <a:buNone/>
            </a:pPr>
            <a:r>
              <a:rPr lang="en-US"/>
              <a:t>Introduction to Embedded Systems, ROS2 and Gazebo </a:t>
            </a:r>
            <a:endParaRPr/>
          </a:p>
          <a:p>
            <a:pPr indent="0" lvl="0" marL="0" rtl="0" algn="l">
              <a:spcBef>
                <a:spcPts val="1000"/>
              </a:spcBef>
              <a:spcAft>
                <a:spcPts val="0"/>
              </a:spcAft>
              <a:buClr>
                <a:schemeClr val="lt1"/>
              </a:buClr>
              <a:buSzPts val="1400"/>
              <a:buNone/>
            </a:pPr>
            <a:r>
              <a:rPr lang="en-US"/>
              <a:t>Fixed-Wing UAVs</a:t>
            </a:r>
            <a:endParaRPr/>
          </a:p>
          <a:p>
            <a:pPr indent="0" lvl="0" marL="0" rtl="0" algn="l">
              <a:lnSpc>
                <a:spcPct val="120000"/>
              </a:lnSpc>
              <a:spcBef>
                <a:spcPts val="1000"/>
              </a:spcBef>
              <a:spcAft>
                <a:spcPts val="0"/>
              </a:spcAft>
              <a:buClr>
                <a:schemeClr val="lt1"/>
              </a:buClr>
              <a:buSzPts val="1400"/>
              <a:buNone/>
            </a:pPr>
            <a:r>
              <a:rPr lang="en-US"/>
              <a:t>VTOL UAVs </a:t>
            </a:r>
            <a:endParaRPr/>
          </a:p>
          <a:p>
            <a:pPr indent="0" lvl="0" marL="0" rtl="0" algn="l">
              <a:lnSpc>
                <a:spcPct val="120000"/>
              </a:lnSpc>
              <a:spcBef>
                <a:spcPts val="1000"/>
              </a:spcBef>
              <a:spcAft>
                <a:spcPts val="0"/>
              </a:spcAft>
              <a:buClr>
                <a:schemeClr val="lt1"/>
              </a:buClr>
              <a:buSzPts val="1400"/>
              <a:buNone/>
            </a:pPr>
            <a:r>
              <a:rPr lang="en-US"/>
              <a:t>VTOL UAVs 2</a:t>
            </a:r>
            <a:endParaRPr/>
          </a:p>
          <a:p>
            <a:pPr indent="0" lvl="0" marL="0" rtl="0" algn="l">
              <a:lnSpc>
                <a:spcPct val="120000"/>
              </a:lnSpc>
              <a:spcBef>
                <a:spcPts val="1000"/>
              </a:spcBef>
              <a:spcAft>
                <a:spcPts val="0"/>
              </a:spcAft>
              <a:buClr>
                <a:schemeClr val="lt1"/>
              </a:buClr>
              <a:buSzPts val="1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Before we get started...</a:t>
            </a:r>
            <a:endParaRPr/>
          </a:p>
        </p:txBody>
      </p:sp>
      <p:sp>
        <p:nvSpPr>
          <p:cNvPr id="467" name="Google Shape;467;p3"/>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COURSE CONTENT</a:t>
            </a:r>
            <a:endParaRPr/>
          </a:p>
        </p:txBody>
      </p:sp>
      <p:sp>
        <p:nvSpPr>
          <p:cNvPr id="468" name="Google Shape;468;p3"/>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469" name="Google Shape;469;p3"/>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0" name="Google Shape;470;p3"/>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lt1"/>
              </a:buClr>
              <a:buSzPts val="1400"/>
              <a:buNone/>
            </a:pPr>
            <a:r>
              <a:rPr lang="en-US">
                <a:latin typeface="Avenir"/>
                <a:ea typeface="Avenir"/>
                <a:cs typeface="Avenir"/>
                <a:sym typeface="Avenir"/>
              </a:rPr>
              <a:t>Class Info: Classes would run on Mondays and Thursdays from 5pm to 6:30pm.</a:t>
            </a:r>
            <a:endParaRPr/>
          </a:p>
          <a:p>
            <a:pPr indent="0" lvl="0" marL="0" rtl="0" algn="l">
              <a:lnSpc>
                <a:spcPct val="100000"/>
              </a:lnSpc>
              <a:spcBef>
                <a:spcPts val="1600"/>
              </a:spcBef>
              <a:spcAft>
                <a:spcPts val="0"/>
              </a:spcAft>
              <a:buClr>
                <a:schemeClr val="lt1"/>
              </a:buClr>
              <a:buSzPts val="1400"/>
              <a:buNone/>
            </a:pPr>
            <a:r>
              <a:rPr lang="en-US">
                <a:latin typeface="Avenir"/>
                <a:ea typeface="Avenir"/>
                <a:cs typeface="Avenir"/>
                <a:sym typeface="Avenir"/>
              </a:rPr>
              <a:t>Ubuntu Linux is required to complete this course. There are 2 options. If you would like to continue robotics and drone development beyond this course or are interested in Linux for other reasons, you may dual-boot your system. If not, it may be better to use WSL (Window's Subsystem for Linux) to avoid messing with your system's BIOS.</a:t>
            </a:r>
            <a:endParaRPr/>
          </a:p>
          <a:p>
            <a:pPr indent="0" lvl="0" marL="0" rtl="0" algn="l">
              <a:lnSpc>
                <a:spcPct val="100000"/>
              </a:lnSpc>
              <a:spcBef>
                <a:spcPts val="1600"/>
              </a:spcBef>
              <a:spcAft>
                <a:spcPts val="0"/>
              </a:spcAft>
              <a:buClr>
                <a:schemeClr val="lt1"/>
              </a:buClr>
              <a:buSzPts val="1400"/>
              <a:buNone/>
            </a:pPr>
            <a:r>
              <a:rPr lang="en-US">
                <a:latin typeface="Avenir"/>
                <a:ea typeface="Avenir"/>
                <a:cs typeface="Avenir"/>
                <a:sym typeface="Avenir"/>
              </a:rPr>
              <a:t>Office Hours: Due to the nature of this course, there would be extra thirty-minute meetings for catching up to speed. These willbe optional and for those that may want/need more explanations or help with code.</a:t>
            </a:r>
            <a:endParaRPr/>
          </a:p>
          <a:p>
            <a:pPr indent="0" lvl="0" marL="0" rtl="0" algn="l">
              <a:lnSpc>
                <a:spcPct val="100000"/>
              </a:lnSpc>
              <a:spcBef>
                <a:spcPts val="1600"/>
              </a:spcBef>
              <a:spcAft>
                <a:spcPts val="0"/>
              </a:spcAft>
              <a:buClr>
                <a:schemeClr val="lt1"/>
              </a:buClr>
              <a:buSzPts val="1400"/>
              <a:buNone/>
            </a:pPr>
            <a:r>
              <a:rPr lang="en-US">
                <a:latin typeface="Avenir"/>
                <a:ea typeface="Avenir"/>
                <a:cs typeface="Avenir"/>
                <a:sym typeface="Avenir"/>
              </a:rPr>
              <a:t>VSCode is the code editor that would be used in this course. It was chosen due to its multi-language support.</a:t>
            </a:r>
            <a:endParaRPr/>
          </a:p>
          <a:p>
            <a:pPr indent="0" lvl="0" marL="0" rtl="0" algn="l">
              <a:lnSpc>
                <a:spcPct val="120000"/>
              </a:lnSpc>
              <a:spcBef>
                <a:spcPts val="1600"/>
              </a:spcBef>
              <a:spcAft>
                <a:spcPts val="0"/>
              </a:spcAft>
              <a:buClr>
                <a:schemeClr val="lt1"/>
              </a:buClr>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Introduction</a:t>
            </a:r>
            <a:endParaRPr/>
          </a:p>
        </p:txBody>
      </p:sp>
      <p:sp>
        <p:nvSpPr>
          <p:cNvPr id="476" name="Google Shape;476;p4"/>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INTRODUCTION</a:t>
            </a:r>
            <a:endParaRPr/>
          </a:p>
        </p:txBody>
      </p:sp>
      <p:sp>
        <p:nvSpPr>
          <p:cNvPr id="477" name="Google Shape;477;p4"/>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478" name="Google Shape;478;p4"/>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79" name="Google Shape;479;p4"/>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lt1"/>
              </a:buClr>
              <a:buSzPts val="1400"/>
              <a:buNone/>
            </a:pPr>
            <a:r>
              <a:rPr lang="en-US"/>
              <a:t>Aerial robotics definition</a:t>
            </a:r>
            <a:endParaRPr/>
          </a:p>
          <a:p>
            <a:pPr indent="0" lvl="0" marL="0" rtl="0" algn="l">
              <a:lnSpc>
                <a:spcPct val="120000"/>
              </a:lnSpc>
              <a:spcBef>
                <a:spcPts val="1000"/>
              </a:spcBef>
              <a:spcAft>
                <a:spcPts val="0"/>
              </a:spcAft>
              <a:buClr>
                <a:schemeClr val="lt1"/>
              </a:buClr>
              <a:buSzPts val="1400"/>
              <a:buNone/>
            </a:pPr>
            <a:r>
              <a:rPr lang="en-US"/>
              <a:t>Types of mobile robots</a:t>
            </a:r>
            <a:endParaRPr/>
          </a:p>
          <a:p>
            <a:pPr indent="0" lvl="0" marL="0" rtl="0" algn="l">
              <a:lnSpc>
                <a:spcPct val="120000"/>
              </a:lnSpc>
              <a:spcBef>
                <a:spcPts val="1000"/>
              </a:spcBef>
              <a:spcAft>
                <a:spcPts val="0"/>
              </a:spcAft>
              <a:buClr>
                <a:schemeClr val="lt1"/>
              </a:buClr>
              <a:buSzPts val="1400"/>
              <a:buNone/>
            </a:pPr>
            <a:r>
              <a:rPr lang="en-US"/>
              <a:t>Types of aerial robots</a:t>
            </a:r>
            <a:endParaRPr/>
          </a:p>
          <a:p>
            <a:pPr indent="0" lvl="0" marL="0" rtl="0" algn="l">
              <a:lnSpc>
                <a:spcPct val="120000"/>
              </a:lnSpc>
              <a:spcBef>
                <a:spcPts val="1000"/>
              </a:spcBef>
              <a:spcAft>
                <a:spcPts val="0"/>
              </a:spcAft>
              <a:buClr>
                <a:schemeClr val="lt1"/>
              </a:buClr>
              <a:buSzPts val="1400"/>
              <a:buNone/>
            </a:pPr>
            <a:r>
              <a:rPr lang="en-US"/>
              <a:t>Calculus</a:t>
            </a:r>
            <a:endParaRPr>
              <a:solidFill>
                <a:srgbClr val="000000"/>
              </a:solidFill>
            </a:endParaRPr>
          </a:p>
          <a:p>
            <a:pPr indent="0" lvl="0" marL="0" rtl="0" algn="l">
              <a:lnSpc>
                <a:spcPct val="120000"/>
              </a:lnSpc>
              <a:spcBef>
                <a:spcPts val="1000"/>
              </a:spcBef>
              <a:spcAft>
                <a:spcPts val="0"/>
              </a:spcAft>
              <a:buClr>
                <a:schemeClr val="lt1"/>
              </a:buClr>
              <a:buSzPts val="1400"/>
              <a:buNone/>
            </a:pPr>
            <a:r>
              <a:rPr lang="en-US"/>
              <a:t>Linear Algebra</a:t>
            </a:r>
            <a:endParaRPr/>
          </a:p>
          <a:p>
            <a:pPr indent="0" lvl="0" marL="0" rtl="0" algn="l">
              <a:lnSpc>
                <a:spcPct val="120000"/>
              </a:lnSpc>
              <a:spcBef>
                <a:spcPts val="1000"/>
              </a:spcBef>
              <a:spcAft>
                <a:spcPts val="0"/>
              </a:spcAft>
              <a:buClr>
                <a:schemeClr val="lt1"/>
              </a:buClr>
              <a:buSzPts val="1400"/>
              <a:buNone/>
            </a:pPr>
            <a:r>
              <a:rPr lang="en-US"/>
              <a:t>Orientation Representation</a:t>
            </a:r>
            <a:endParaRPr/>
          </a:p>
          <a:p>
            <a:pPr indent="0" lvl="0" marL="0" rtl="0" algn="l">
              <a:lnSpc>
                <a:spcPct val="120000"/>
              </a:lnSpc>
              <a:spcBef>
                <a:spcPts val="1000"/>
              </a:spcBef>
              <a:spcAft>
                <a:spcPts val="0"/>
              </a:spcAft>
              <a:buClr>
                <a:schemeClr val="lt1"/>
              </a:buClr>
              <a:buSzPts val="1400"/>
              <a:buNone/>
            </a:pPr>
            <a:r>
              <a:rPr lang="en-US"/>
              <a:t>Coordinate Frames</a:t>
            </a:r>
            <a:endParaRPr>
              <a:solidFill>
                <a:srgbClr val="000000"/>
              </a:solidFill>
            </a:endParaRPr>
          </a:p>
          <a:p>
            <a:pPr indent="0" lvl="0" marL="0" rtl="0" algn="l">
              <a:lnSpc>
                <a:spcPct val="120000"/>
              </a:lnSpc>
              <a:spcBef>
                <a:spcPts val="1000"/>
              </a:spcBef>
              <a:spcAft>
                <a:spcPts val="0"/>
              </a:spcAft>
              <a:buClr>
                <a:schemeClr val="lt1"/>
              </a:buClr>
              <a:buSzPts val="1400"/>
              <a:buNone/>
            </a:pPr>
            <a:r>
              <a:t/>
            </a:r>
            <a:endParaRPr/>
          </a:p>
          <a:p>
            <a:pPr indent="0" lvl="0" marL="0" rtl="0" algn="l">
              <a:lnSpc>
                <a:spcPct val="120000"/>
              </a:lnSpc>
              <a:spcBef>
                <a:spcPts val="1000"/>
              </a:spcBef>
              <a:spcAft>
                <a:spcPts val="0"/>
              </a:spcAft>
              <a:buClr>
                <a:schemeClr val="lt1"/>
              </a:buClr>
              <a:buSzPts val="1400"/>
              <a:buNone/>
            </a:pPr>
            <a:r>
              <a:t/>
            </a:r>
            <a:endParaRPr/>
          </a:p>
          <a:p>
            <a:pPr indent="0" lvl="0" marL="0" rtl="0" algn="l">
              <a:lnSpc>
                <a:spcPct val="120000"/>
              </a:lnSpc>
              <a:spcBef>
                <a:spcPts val="1000"/>
              </a:spcBef>
              <a:spcAft>
                <a:spcPts val="0"/>
              </a:spcAft>
              <a:buClr>
                <a:schemeClr val="lt1"/>
              </a:buClr>
              <a:buSzPts val="1400"/>
              <a:buNone/>
            </a:pPr>
            <a:r>
              <a:t/>
            </a:r>
            <a:endParaRPr/>
          </a:p>
          <a:p>
            <a:pPr indent="0" lvl="0" marL="0" rtl="0" algn="l">
              <a:lnSpc>
                <a:spcPct val="120000"/>
              </a:lnSpc>
              <a:spcBef>
                <a:spcPts val="1000"/>
              </a:spcBef>
              <a:spcAft>
                <a:spcPts val="0"/>
              </a:spcAft>
              <a:buClr>
                <a:schemeClr val="lt1"/>
              </a:buClr>
              <a:buSzPts val="1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What is Aerial Robotics?</a:t>
            </a:r>
            <a:endParaRPr/>
          </a:p>
        </p:txBody>
      </p:sp>
      <p:sp>
        <p:nvSpPr>
          <p:cNvPr id="485" name="Google Shape;485;p5"/>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AERIAL ROBOTICS</a:t>
            </a:r>
            <a:endParaRPr/>
          </a:p>
        </p:txBody>
      </p:sp>
      <p:sp>
        <p:nvSpPr>
          <p:cNvPr id="486" name="Google Shape;486;p5"/>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487" name="Google Shape;487;p5"/>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8" name="Google Shape;488;p5"/>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20000"/>
              </a:lnSpc>
              <a:spcBef>
                <a:spcPts val="0"/>
              </a:spcBef>
              <a:spcAft>
                <a:spcPts val="0"/>
              </a:spcAft>
              <a:buClr>
                <a:schemeClr val="lt1"/>
              </a:buClr>
              <a:buSzPts val="1400"/>
              <a:buChar char="•"/>
            </a:pPr>
            <a:r>
              <a:rPr lang="en-US"/>
              <a:t>Aerial robotics is the branch of technology and engineering focused on the design, building, and programming of flying machines that can move on their own or via remote control.</a:t>
            </a:r>
            <a:endParaRPr/>
          </a:p>
          <a:p>
            <a:pPr indent="-285750" lvl="0" marL="285750" rtl="0" algn="l">
              <a:lnSpc>
                <a:spcPct val="120000"/>
              </a:lnSpc>
              <a:spcBef>
                <a:spcPts val="1000"/>
              </a:spcBef>
              <a:spcAft>
                <a:spcPts val="0"/>
              </a:spcAft>
              <a:buClr>
                <a:schemeClr val="lt1"/>
              </a:buClr>
              <a:buSzPts val="1400"/>
              <a:buChar char="•"/>
            </a:pPr>
            <a:r>
              <a:rPr lang="en-US"/>
              <a:t>Aerial robots are referred to as drones or Unmanned Aerial Vehicles (UAVs).</a:t>
            </a:r>
            <a:endParaRPr/>
          </a:p>
          <a:p>
            <a:pPr indent="-285750" lvl="0" marL="285750" rtl="0" algn="l">
              <a:lnSpc>
                <a:spcPct val="120000"/>
              </a:lnSpc>
              <a:spcBef>
                <a:spcPts val="1000"/>
              </a:spcBef>
              <a:spcAft>
                <a:spcPts val="0"/>
              </a:spcAft>
              <a:buClr>
                <a:schemeClr val="lt1"/>
              </a:buClr>
              <a:buSzPts val="1400"/>
              <a:buChar char="•"/>
            </a:pPr>
            <a:r>
              <a:rPr lang="en-US"/>
              <a:t>Aerial robots are a subcategory of mobile robots. </a:t>
            </a:r>
            <a:endParaRPr/>
          </a:p>
          <a:p>
            <a:pPr indent="-285750" lvl="0" marL="285750" rtl="0" algn="l">
              <a:lnSpc>
                <a:spcPct val="120000"/>
              </a:lnSpc>
              <a:spcBef>
                <a:spcPts val="1000"/>
              </a:spcBef>
              <a:spcAft>
                <a:spcPts val="0"/>
              </a:spcAft>
              <a:buClr>
                <a:schemeClr val="lt1"/>
              </a:buClr>
              <a:buSzPts val="1400"/>
              <a:buChar char="•"/>
            </a:pPr>
            <a:r>
              <a:rPr lang="en-US"/>
              <a:t>Mobile robotics is a broad field of robotics that deals with robots which are capable of locomotion.</a:t>
            </a:r>
            <a:endParaRPr/>
          </a:p>
          <a:p>
            <a:pPr indent="-285750" lvl="0" marL="285750" rtl="0" algn="l">
              <a:lnSpc>
                <a:spcPct val="120000"/>
              </a:lnSpc>
              <a:spcBef>
                <a:spcPts val="1000"/>
              </a:spcBef>
              <a:spcAft>
                <a:spcPts val="0"/>
              </a:spcAft>
              <a:buClr>
                <a:schemeClr val="lt1"/>
              </a:buClr>
              <a:buSzPts val="1400"/>
              <a:buChar char="•"/>
            </a:pPr>
            <a:r>
              <a:rPr lang="en-US"/>
              <a:t>This is opposed to manipulators (robot arms) that can move parts of their system, but can not transport themselves from one place to another.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Types of Mobile Robots</a:t>
            </a:r>
            <a:endParaRPr/>
          </a:p>
        </p:txBody>
      </p:sp>
      <p:sp>
        <p:nvSpPr>
          <p:cNvPr id="494" name="Google Shape;494;p6"/>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MOBILE ROBOT TYPES</a:t>
            </a:r>
            <a:endParaRPr/>
          </a:p>
        </p:txBody>
      </p:sp>
      <p:sp>
        <p:nvSpPr>
          <p:cNvPr id="495" name="Google Shape;495;p6"/>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496" name="Google Shape;496;p6"/>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7" name="Google Shape;497;p6"/>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lt1"/>
              </a:buClr>
              <a:buSzPts val="1400"/>
              <a:buFont typeface="Arial"/>
              <a:buChar char="•"/>
            </a:pPr>
            <a:r>
              <a:rPr lang="en-US">
                <a:latin typeface="Avenir"/>
                <a:ea typeface="Avenir"/>
                <a:cs typeface="Avenir"/>
                <a:sym typeface="Avenir"/>
              </a:rPr>
              <a:t>There are different ways to classify mobile robotics, purpose, level of autonomy, the medium which it moves through, the mechanism it uses to move, etc. </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venir"/>
                <a:ea typeface="Avenir"/>
                <a:cs typeface="Avenir"/>
                <a:sym typeface="Avenir"/>
              </a:rPr>
              <a:t>This classification deals with the medium through which it moves. </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venir"/>
                <a:ea typeface="Avenir"/>
                <a:cs typeface="Avenir"/>
                <a:sym typeface="Avenir"/>
              </a:rPr>
              <a:t>There are 3 main classifications:</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venir"/>
                <a:ea typeface="Avenir"/>
                <a:cs typeface="Avenir"/>
                <a:sym typeface="Avenir"/>
              </a:rPr>
              <a:t>Aerial Robotics: This deals with robots that move through the air. They are called Unmanned Aerial Vehicles (UAVs). Examples include quadcopters, fixed-wing drones, and hybrid models.</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venir"/>
                <a:ea typeface="Avenir"/>
                <a:cs typeface="Avenir"/>
                <a:sym typeface="Avenir"/>
              </a:rPr>
              <a:t>Ground Mobile Robotics: This, as the name implies, deals with robots that move on solid surfaces. It includes wheeled robotics, legged robotics and tracked robotics. Vehicles under this subsection are usually called Unmanned Ground Vehicles (UGVs).</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venir"/>
                <a:ea typeface="Avenir"/>
                <a:cs typeface="Avenir"/>
                <a:sym typeface="Avenir"/>
              </a:rPr>
              <a:t>Underwater Mobile Robotics: This deals with robots that move within bodies of water. Underwater robots are called Autonomous Underwater Vehicles (AUVs) or Remotely Operated Vehicles (ROVs). While ROV doesn't imply underwater operations, it'scolloquially and historically been used to refer to underwater robots.</a:t>
            </a:r>
            <a:endParaRPr/>
          </a:p>
          <a:p>
            <a:pPr indent="0" lvl="0" marL="0" rtl="0" algn="l">
              <a:lnSpc>
                <a:spcPct val="120000"/>
              </a:lnSpc>
              <a:spcBef>
                <a:spcPts val="1600"/>
              </a:spcBef>
              <a:spcAft>
                <a:spcPts val="0"/>
              </a:spcAft>
              <a:buClr>
                <a:schemeClr val="lt1"/>
              </a:buClr>
              <a:buSzPts val="1400"/>
              <a:buNone/>
            </a:pPr>
            <a:r>
              <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Types of Aerial Robots</a:t>
            </a:r>
            <a:endParaRPr/>
          </a:p>
        </p:txBody>
      </p:sp>
      <p:sp>
        <p:nvSpPr>
          <p:cNvPr id="503" name="Google Shape;503;p7"/>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AERIAL ROBOT TYPES</a:t>
            </a:r>
            <a:endParaRPr/>
          </a:p>
        </p:txBody>
      </p:sp>
      <p:sp>
        <p:nvSpPr>
          <p:cNvPr id="504" name="Google Shape;504;p7"/>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505" name="Google Shape;505;p7"/>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6" name="Google Shape;506;p7"/>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20000"/>
              </a:lnSpc>
              <a:spcBef>
                <a:spcPts val="0"/>
              </a:spcBef>
              <a:spcAft>
                <a:spcPts val="0"/>
              </a:spcAft>
              <a:buClr>
                <a:schemeClr val="lt1"/>
              </a:buClr>
              <a:buSzPts val="1400"/>
              <a:buChar char="•"/>
            </a:pPr>
            <a:r>
              <a:rPr lang="en-US"/>
              <a:t>Aerial robots (drones) can be further split into 3 main types based on their method of flight.</a:t>
            </a:r>
            <a:endParaRPr/>
          </a:p>
          <a:p>
            <a:pPr indent="-285750" lvl="0" marL="285750" rtl="0" algn="l">
              <a:lnSpc>
                <a:spcPct val="120000"/>
              </a:lnSpc>
              <a:spcBef>
                <a:spcPts val="1000"/>
              </a:spcBef>
              <a:spcAft>
                <a:spcPts val="0"/>
              </a:spcAft>
              <a:buClr>
                <a:schemeClr val="lt1"/>
              </a:buClr>
              <a:buSzPts val="1400"/>
              <a:buChar char="•"/>
            </a:pPr>
            <a:r>
              <a:rPr lang="en-US"/>
              <a:t>Multi-rotor UAVs: These are drones that use spinning propellers to directly create an upwards force (lift). They take off and land vertically, hence the name Vertical Takeoff and Landing (VTOL). Examples include quadcopters and octocopters. </a:t>
            </a:r>
            <a:endParaRPr/>
          </a:p>
          <a:p>
            <a:pPr indent="-285750" lvl="0" marL="285750" rtl="0" algn="l">
              <a:lnSpc>
                <a:spcPct val="120000"/>
              </a:lnSpc>
              <a:spcBef>
                <a:spcPts val="1000"/>
              </a:spcBef>
              <a:spcAft>
                <a:spcPts val="0"/>
              </a:spcAft>
              <a:buClr>
                <a:schemeClr val="lt1"/>
              </a:buClr>
              <a:buSzPts val="1400"/>
              <a:buChar char="•"/>
            </a:pPr>
            <a:r>
              <a:rPr lang="en-US"/>
              <a:t>Fixed-wing UAVs: These are drones with fixed wings which are used to generate lift. They use similar methods of lift generation with conventional planes. They require runways or specialized catapult systems for takeoff and landing.</a:t>
            </a:r>
            <a:endParaRPr/>
          </a:p>
          <a:p>
            <a:pPr indent="-285750" lvl="0" marL="285750" rtl="0" algn="l">
              <a:lnSpc>
                <a:spcPct val="120000"/>
              </a:lnSpc>
              <a:spcBef>
                <a:spcPts val="1000"/>
              </a:spcBef>
              <a:spcAft>
                <a:spcPts val="0"/>
              </a:spcAft>
              <a:buClr>
                <a:schemeClr val="lt1"/>
              </a:buClr>
              <a:buSzPts val="1400"/>
              <a:buChar char="•"/>
            </a:pPr>
            <a:r>
              <a:rPr lang="en-US"/>
              <a:t>Hybrid VTOLs: These are drones that take off vertically then transition to fixed-wing lift generation. They combine the vertical takeoff and hover abilities of multi-rotors with the long range and energy-efficient properties of fixed-wing UAVs. They are not as common as the previous two types.</a:t>
            </a:r>
            <a:endParaRPr/>
          </a:p>
          <a:p>
            <a:pPr indent="-285750" lvl="0" marL="285750" rtl="0" algn="l">
              <a:lnSpc>
                <a:spcPct val="120000"/>
              </a:lnSpc>
              <a:spcBef>
                <a:spcPts val="1000"/>
              </a:spcBef>
              <a:spcAft>
                <a:spcPts val="0"/>
              </a:spcAft>
              <a:buClr>
                <a:schemeClr val="lt1"/>
              </a:buClr>
              <a:buSzPts val="1400"/>
              <a:buChar char="•"/>
            </a:pPr>
            <a:r>
              <a:rPr lang="en-US"/>
              <a:t>This course would focus on Multi-rotor UAVs and Fixed-wing UAVs.</a:t>
            </a:r>
            <a:endParaRPr/>
          </a:p>
          <a:p>
            <a:pPr indent="0" lvl="0" marL="0" rtl="0" algn="l">
              <a:lnSpc>
                <a:spcPct val="120000"/>
              </a:lnSpc>
              <a:spcBef>
                <a:spcPts val="1000"/>
              </a:spcBef>
              <a:spcAft>
                <a:spcPts val="0"/>
              </a:spcAft>
              <a:buClr>
                <a:schemeClr val="lt1"/>
              </a:buClr>
              <a:buSzPts val="1400"/>
              <a:buNone/>
            </a:pPr>
            <a:r>
              <a:t/>
            </a:r>
            <a:endParaRPr/>
          </a:p>
          <a:p>
            <a:pPr indent="0" lvl="0" marL="0" rtl="0" algn="l">
              <a:lnSpc>
                <a:spcPct val="120000"/>
              </a:lnSpc>
              <a:spcBef>
                <a:spcPts val="1000"/>
              </a:spcBef>
              <a:spcAft>
                <a:spcPts val="0"/>
              </a:spcAft>
              <a:buClr>
                <a:schemeClr val="lt1"/>
              </a:buClr>
              <a:buSzPts val="1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8"/>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Rudimentary Calculus</a:t>
            </a:r>
            <a:endParaRPr/>
          </a:p>
        </p:txBody>
      </p:sp>
      <p:sp>
        <p:nvSpPr>
          <p:cNvPr id="512" name="Google Shape;512;p8"/>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CALCULUS</a:t>
            </a:r>
            <a:endParaRPr/>
          </a:p>
        </p:txBody>
      </p:sp>
      <p:sp>
        <p:nvSpPr>
          <p:cNvPr id="513" name="Google Shape;513;p8"/>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514" name="Google Shape;514;p8"/>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5" name="Google Shape;515;p8"/>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20000"/>
              </a:lnSpc>
              <a:spcBef>
                <a:spcPts val="0"/>
              </a:spcBef>
              <a:spcAft>
                <a:spcPts val="0"/>
              </a:spcAft>
              <a:buClr>
                <a:schemeClr val="lt1"/>
              </a:buClr>
              <a:buSzPts val="1400"/>
              <a:buChar char="•"/>
            </a:pPr>
            <a:r>
              <a:rPr lang="en-US"/>
              <a:t>Aerial robotics is a bit technical, but the math only requires a conceptual understanding. </a:t>
            </a:r>
            <a:endParaRPr/>
          </a:p>
          <a:p>
            <a:pPr indent="-285750" lvl="1" marL="514350" rtl="0" algn="l">
              <a:lnSpc>
                <a:spcPct val="120000"/>
              </a:lnSpc>
              <a:spcBef>
                <a:spcPts val="500"/>
              </a:spcBef>
              <a:spcAft>
                <a:spcPts val="0"/>
              </a:spcAft>
              <a:buClr>
                <a:schemeClr val="lt1"/>
              </a:buClr>
              <a:buSzPts val="1400"/>
              <a:buFont typeface="Courier New"/>
              <a:buChar char="o"/>
            </a:pPr>
            <a:r>
              <a:rPr lang="en-US"/>
              <a:t>`You'll never really pick up a pen and paper to solve differential equations, but you'll still need to understand what they are and why they're necessary. </a:t>
            </a:r>
            <a:endParaRPr/>
          </a:p>
          <a:p>
            <a:pPr indent="-285750" lvl="0" marL="285750" rtl="0" algn="l">
              <a:lnSpc>
                <a:spcPct val="120000"/>
              </a:lnSpc>
              <a:spcBef>
                <a:spcPts val="1000"/>
              </a:spcBef>
              <a:spcAft>
                <a:spcPts val="0"/>
              </a:spcAft>
              <a:buClr>
                <a:schemeClr val="lt1"/>
              </a:buClr>
              <a:buSzPts val="1400"/>
              <a:buChar char="•"/>
            </a:pPr>
            <a:r>
              <a:rPr lang="en-US"/>
              <a:t>Derivatives: Finding out how much a function's value changes when a variable changes by an infinitesimal amount. </a:t>
            </a:r>
            <a:endParaRPr/>
          </a:p>
          <a:p>
            <a:pPr indent="-285750" lvl="0" marL="285750" rtl="0" algn="l">
              <a:lnSpc>
                <a:spcPct val="120000"/>
              </a:lnSpc>
              <a:spcBef>
                <a:spcPts val="1000"/>
              </a:spcBef>
              <a:spcAft>
                <a:spcPts val="0"/>
              </a:spcAft>
              <a:buClr>
                <a:schemeClr val="lt1"/>
              </a:buClr>
              <a:buSzPts val="1400"/>
              <a:buChar char="•"/>
            </a:pPr>
            <a:r>
              <a:rPr lang="en-US"/>
              <a:t>Integrals: Adding (integrating to be more precise) the values of the same function when a variable changes. It could be from –inf to +inf, or between set limits. </a:t>
            </a:r>
            <a:endParaRPr/>
          </a:p>
          <a:p>
            <a:pPr indent="-285750" lvl="0" marL="285750" rtl="0" algn="l">
              <a:lnSpc>
                <a:spcPct val="120000"/>
              </a:lnSpc>
              <a:spcBef>
                <a:spcPts val="1000"/>
              </a:spcBef>
              <a:spcAft>
                <a:spcPts val="0"/>
              </a:spcAft>
              <a:buClr>
                <a:schemeClr val="lt1"/>
              </a:buClr>
              <a:buSzPts val="1400"/>
              <a:buChar char="•"/>
            </a:pPr>
            <a:r>
              <a:rPr lang="en-US"/>
              <a:t>Differential equations: Sets of differential equations arranged and solved simultaneously.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9"/>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Linear Algebra</a:t>
            </a:r>
            <a:endParaRPr/>
          </a:p>
        </p:txBody>
      </p:sp>
      <p:sp>
        <p:nvSpPr>
          <p:cNvPr id="521" name="Google Shape;521;p9"/>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LINEAR ALGEBRA</a:t>
            </a:r>
            <a:endParaRPr/>
          </a:p>
        </p:txBody>
      </p:sp>
      <p:sp>
        <p:nvSpPr>
          <p:cNvPr id="522" name="Google Shape;522;p9"/>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523" name="Google Shape;523;p9"/>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4" name="Google Shape;524;p9"/>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lt1"/>
              </a:buClr>
              <a:buSzPts val="1400"/>
              <a:buFont typeface="Arial"/>
              <a:buChar char="•"/>
            </a:pPr>
            <a:r>
              <a:rPr lang="en-US">
                <a:latin typeface="Arial"/>
                <a:ea typeface="Arial"/>
                <a:cs typeface="Arial"/>
                <a:sym typeface="Arial"/>
              </a:rPr>
              <a:t>Linear Algebra is the language that robotics engineering speaks. It is the foundation of ML, Computer graphics, physics simulators/engines, kinematics, robotics, etc. A rigorous understanding of it is highly beneficial, but this course will only introduce the basics.</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Vectors: A vector is an organized set of related values used to represent information. It is often used to represent forces, rotational velocity, translational velocity, acceleration, orientation, states, etc.</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Vector operations: Addition, subtraction, scalar multiplication, dot product, cross product.</a:t>
            </a:r>
            <a:endParaRPr>
              <a:latin typeface="Arial"/>
              <a:ea typeface="Arial"/>
              <a:cs typeface="Arial"/>
              <a:sym typeface="Arial"/>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Matrices: A matrix is a 'collection of vectors', in which vectors are stacked as rows or columns. They are usually used to represent a system of equations but can also be seen as a structure which transforms vectors.</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Matrix operations: Addition, subtraction, scalar multiplication, rank, determinant, matrix multiplication, inverse and transpose.</a:t>
            </a:r>
            <a:endParaRPr>
              <a:latin typeface="Arial"/>
              <a:ea typeface="Arial"/>
              <a:cs typeface="Arial"/>
              <a:sym typeface="Arial"/>
            </a:endParaRPr>
          </a:p>
          <a:p>
            <a:pPr indent="0" lvl="0" marL="0" rtl="0" algn="l">
              <a:lnSpc>
                <a:spcPct val="120000"/>
              </a:lnSpc>
              <a:spcBef>
                <a:spcPts val="1600"/>
              </a:spcBef>
              <a:spcAft>
                <a:spcPts val="0"/>
              </a:spcAft>
              <a:buClr>
                <a:schemeClr val="lt1"/>
              </a:buClr>
              <a:buSzPts val="1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0"/>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3000"/>
              <a:buFont typeface="Arial"/>
              <a:buNone/>
            </a:pPr>
            <a:r>
              <a:rPr lang="en-US"/>
              <a:t>How are Orientations expressed?</a:t>
            </a:r>
            <a:endParaRPr/>
          </a:p>
        </p:txBody>
      </p:sp>
      <p:sp>
        <p:nvSpPr>
          <p:cNvPr id="530" name="Google Shape;530;p10"/>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ORIENTATIONS</a:t>
            </a:r>
            <a:endParaRPr/>
          </a:p>
        </p:txBody>
      </p:sp>
      <p:sp>
        <p:nvSpPr>
          <p:cNvPr id="531" name="Google Shape;531;p10"/>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532" name="Google Shape;532;p10"/>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3" name="Google Shape;533;p10"/>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lt1"/>
              </a:buClr>
              <a:buSzPts val="1400"/>
              <a:buFont typeface="Arial"/>
              <a:buChar char="•"/>
            </a:pPr>
            <a:r>
              <a:rPr lang="en-US">
                <a:latin typeface="Arial"/>
                <a:ea typeface="Arial"/>
                <a:cs typeface="Arial"/>
                <a:sym typeface="Arial"/>
              </a:rPr>
              <a:t>Orientations are a bit tricky to handle and can cause horrible problems when not handled correctly.</a:t>
            </a:r>
            <a:endParaRPr>
              <a:latin typeface="Arial"/>
              <a:ea typeface="Arial"/>
              <a:cs typeface="Arial"/>
              <a:sym typeface="Arial"/>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There are 3 main ways of representing orientation in robotics: Euler angles, rotation matrices and quaternions.</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Euler angles are intuitive and easy to understand but quickly encounter issues such as gimball lock.</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Rotation matrices do not suffer that problem and are used in homogenous matrix compositions, but they are required to satisfy constraints (orthogonality, which degrades over subsequent transformations) and occupy space (9 floating point numbers required).</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Quaternions are a compact way of representing orientations and rotations. They are known as 4d numbers, and require 4 numbers to store an orientation. </a:t>
            </a:r>
            <a:endParaRPr/>
          </a:p>
          <a:p>
            <a:pPr indent="0" lvl="0" marL="0" rtl="0" algn="l">
              <a:lnSpc>
                <a:spcPct val="120000"/>
              </a:lnSpc>
              <a:spcBef>
                <a:spcPts val="1600"/>
              </a:spcBef>
              <a:spcAft>
                <a:spcPts val="0"/>
              </a:spcAft>
              <a:buClr>
                <a:schemeClr val="lt1"/>
              </a:buClr>
              <a:buSzPts val="1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1"/>
          <p:cNvSpPr txBox="1"/>
          <p:nvPr>
            <p:ph type="title"/>
          </p:nvPr>
        </p:nvSpPr>
        <p:spPr>
          <a:xfrm>
            <a:off x="420791" y="1113510"/>
            <a:ext cx="9942409" cy="876193"/>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lt1"/>
              </a:buClr>
              <a:buSzPts val="5400"/>
              <a:buFont typeface="Browallia New"/>
              <a:buNone/>
            </a:pPr>
            <a:r>
              <a:rPr lang="en-US" sz="5400">
                <a:latin typeface="Browallia New"/>
                <a:ea typeface="Browallia New"/>
                <a:cs typeface="Browallia New"/>
                <a:sym typeface="Browallia New"/>
              </a:rPr>
              <a:t>Coordinate Frames</a:t>
            </a:r>
            <a:endParaRPr/>
          </a:p>
        </p:txBody>
      </p:sp>
      <p:sp>
        <p:nvSpPr>
          <p:cNvPr id="539" name="Google Shape;539;p11"/>
          <p:cNvSpPr txBox="1"/>
          <p:nvPr>
            <p:ph idx="11" type="ftr"/>
          </p:nvPr>
        </p:nvSpPr>
        <p:spPr>
          <a:xfrm>
            <a:off x="432393" y="214858"/>
            <a:ext cx="2726376"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COORDINATE FRAMES</a:t>
            </a:r>
            <a:endParaRPr/>
          </a:p>
        </p:txBody>
      </p:sp>
      <p:sp>
        <p:nvSpPr>
          <p:cNvPr id="540" name="Google Shape;540;p11"/>
          <p:cNvSpPr txBox="1"/>
          <p:nvPr>
            <p:ph idx="10" type="dt"/>
          </p:nvPr>
        </p:nvSpPr>
        <p:spPr>
          <a:xfrm>
            <a:off x="9217452" y="214858"/>
            <a:ext cx="1485900" cy="3383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8/21/2026</a:t>
            </a:r>
            <a:endParaRPr/>
          </a:p>
        </p:txBody>
      </p:sp>
      <p:sp>
        <p:nvSpPr>
          <p:cNvPr id="541" name="Google Shape;541;p11"/>
          <p:cNvSpPr txBox="1"/>
          <p:nvPr>
            <p:ph idx="12" type="sldNum"/>
          </p:nvPr>
        </p:nvSpPr>
        <p:spPr>
          <a:xfrm>
            <a:off x="11291657" y="214858"/>
            <a:ext cx="555948" cy="33832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2" name="Google Shape;542;p11"/>
          <p:cNvSpPr txBox="1"/>
          <p:nvPr>
            <p:ph idx="1" type="body"/>
          </p:nvPr>
        </p:nvSpPr>
        <p:spPr>
          <a:xfrm>
            <a:off x="429417" y="2133600"/>
            <a:ext cx="9942409" cy="43053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lt1"/>
              </a:buClr>
              <a:buSzPts val="1400"/>
              <a:buFont typeface="Arial"/>
              <a:buChar char="•"/>
            </a:pPr>
            <a:r>
              <a:rPr lang="en-US">
                <a:latin typeface="Arial"/>
                <a:ea typeface="Arial"/>
                <a:cs typeface="Arial"/>
                <a:sym typeface="Arial"/>
              </a:rPr>
              <a:t>A coordinate  frame (or reference frame) is a tool made of an origin and a set of axes, allowing us to measure distance, position, orientation and its derivatives relative to that origin.</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This is attaching different coordinate systems to different systems and subsystems within an environment. For example, A robotic arm may have a different frame at each joint. Why is this important?</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Well, consider this scenario: you have a robot in a room. The robot senses something 0.5 meters away with its ultrasonic or ToF sensor. Now the robot knows something is 0.5m away, but it doesn't know the position of the thing in the room. </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In this example, a frame would be attached to the robot, and a frame would be attached to the room itself. The frame attached to the robot would move along with the robot. The one attached to the room is fixed. </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Now, by getting the vector between the robot's frame and the room frame, the object can be expressed in coordinates relative to the fixed room frame, thereby solving the problem.</a:t>
            </a:r>
            <a:endParaRPr/>
          </a:p>
          <a:p>
            <a:pPr indent="-285750" lvl="0" marL="285750" rtl="0" algn="l">
              <a:lnSpc>
                <a:spcPct val="100000"/>
              </a:lnSpc>
              <a:spcBef>
                <a:spcPts val="1600"/>
              </a:spcBef>
              <a:spcAft>
                <a:spcPts val="0"/>
              </a:spcAft>
              <a:buClr>
                <a:schemeClr val="lt1"/>
              </a:buClr>
              <a:buSzPts val="1400"/>
              <a:buFont typeface="Arial"/>
              <a:buChar char="•"/>
            </a:pPr>
            <a:r>
              <a:rPr lang="en-US">
                <a:latin typeface="Arial"/>
                <a:ea typeface="Arial"/>
                <a:cs typeface="Arial"/>
                <a:sym typeface="Arial"/>
              </a:rPr>
              <a:t>Homogeneous matrices are used to express the transformation of one frame to another.</a:t>
            </a:r>
            <a:endParaRPr>
              <a:latin typeface="Arial"/>
              <a:ea typeface="Arial"/>
              <a:cs typeface="Arial"/>
              <a:sym typeface="Arial"/>
            </a:endParaRPr>
          </a:p>
          <a:p>
            <a:pPr indent="0" lvl="0" marL="0" rtl="0" algn="l">
              <a:lnSpc>
                <a:spcPct val="120000"/>
              </a:lnSpc>
              <a:spcBef>
                <a:spcPts val="1600"/>
              </a:spcBef>
              <a:spcAft>
                <a:spcPts val="0"/>
              </a:spcAft>
              <a:buClr>
                <a:schemeClr val="lt1"/>
              </a:buClr>
              <a:buSzPts val="1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ilm burn">
  <a:themeElements>
    <a:clrScheme name="Custom 2">
      <a:dk1>
        <a:srgbClr val="09090C"/>
      </a:dk1>
      <a:lt1>
        <a:srgbClr val="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2026-08-21T10:16:42Z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